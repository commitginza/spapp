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6F40"/>
    <a:srgbClr val="B98653"/>
    <a:srgbClr val="8C6239"/>
    <a:srgbClr val="C0C0C0"/>
    <a:srgbClr val="BF9B30"/>
    <a:srgbClr val="E2CB8A"/>
    <a:srgbClr val="FF4C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43"/>
  </p:normalViewPr>
  <p:slideViewPr>
    <p:cSldViewPr snapToGrid="0">
      <p:cViewPr varScale="1">
        <p:scale>
          <a:sx n="90" d="100"/>
          <a:sy n="90" d="100"/>
        </p:scale>
        <p:origin x="29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692F44-0977-7048-9B06-84395F6DE8E5}" type="doc">
      <dgm:prSet loTypeId="urn:microsoft.com/office/officeart/2005/8/layout/pyramid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F026B7FE-4199-7A44-9025-4D0B14B067EC}">
      <dgm:prSet phldrT="[テキスト]" custT="1"/>
      <dgm:spPr>
        <a:solidFill>
          <a:schemeClr val="tx1"/>
        </a:solidFill>
      </dgm:spPr>
      <dgm:t>
        <a:bodyPr/>
        <a:lstStyle/>
        <a:p>
          <a:pPr algn="ctr"/>
          <a:r>
            <a:rPr lang="en-US" altLang="ja-JP" sz="30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A1</a:t>
          </a:r>
          <a:endParaRPr lang="ja-JP" altLang="en-US" sz="3000" b="1" dirty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0763C6BB-E7A9-6D43-9BA1-B5160C43D5B9}" type="parTrans" cxnId="{727D8CC3-9289-A546-9F1F-A6B3E5A2A102}">
      <dgm:prSet/>
      <dgm:spPr/>
      <dgm:t>
        <a:bodyPr/>
        <a:lstStyle/>
        <a:p>
          <a:endParaRPr lang="ja-JP" altLang="en-US"/>
        </a:p>
      </dgm:t>
    </dgm:pt>
    <dgm:pt modelId="{6D54EC84-956B-9549-B1CD-27C46CD008B6}" type="sibTrans" cxnId="{727D8CC3-9289-A546-9F1F-A6B3E5A2A102}">
      <dgm:prSet/>
      <dgm:spPr/>
      <dgm:t>
        <a:bodyPr/>
        <a:lstStyle/>
        <a:p>
          <a:endParaRPr lang="ja-JP" altLang="en-US"/>
        </a:p>
      </dgm:t>
    </dgm:pt>
    <dgm:pt modelId="{92CE7DE4-1E64-EC45-BCC6-FBE73A96E461}">
      <dgm:prSet phldrT="[テキスト]" custT="1"/>
      <dgm:spPr>
        <a:solidFill>
          <a:srgbClr val="BF9B30"/>
        </a:solidFill>
      </dgm:spPr>
      <dgm:t>
        <a:bodyPr/>
        <a:lstStyle/>
        <a:p>
          <a:r>
            <a:rPr lang="en-US" altLang="ja-JP" sz="30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A2</a:t>
          </a:r>
        </a:p>
      </dgm:t>
    </dgm:pt>
    <dgm:pt modelId="{AB126293-B000-1946-95D2-B8792B63D1DA}" type="parTrans" cxnId="{88919873-30EC-BB4E-8066-FD908D121146}">
      <dgm:prSet/>
      <dgm:spPr/>
      <dgm:t>
        <a:bodyPr/>
        <a:lstStyle/>
        <a:p>
          <a:endParaRPr lang="ja-JP" altLang="en-US"/>
        </a:p>
      </dgm:t>
    </dgm:pt>
    <dgm:pt modelId="{67D31A71-E4C9-624F-A40C-D4AFD86FD9F2}" type="sibTrans" cxnId="{88919873-30EC-BB4E-8066-FD908D121146}">
      <dgm:prSet/>
      <dgm:spPr/>
      <dgm:t>
        <a:bodyPr/>
        <a:lstStyle/>
        <a:p>
          <a:endParaRPr lang="ja-JP" altLang="en-US"/>
        </a:p>
      </dgm:t>
    </dgm:pt>
    <dgm:pt modelId="{EBBCC01D-30F8-D341-A152-8ABAB3ADF3D9}">
      <dgm:prSet phldrT="[テキスト]" custT="1"/>
      <dgm:spPr>
        <a:solidFill>
          <a:srgbClr val="C0C0C0"/>
        </a:solidFill>
      </dgm:spPr>
      <dgm:t>
        <a:bodyPr/>
        <a:lstStyle/>
        <a:p>
          <a:r>
            <a:rPr lang="en-US" altLang="ja-JP" sz="30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A3</a:t>
          </a:r>
        </a:p>
      </dgm:t>
    </dgm:pt>
    <dgm:pt modelId="{95D42787-F05B-7545-8DEB-6F689302D399}" type="parTrans" cxnId="{CB49F8BF-C3C5-7748-8ADA-8A716FF6F17C}">
      <dgm:prSet/>
      <dgm:spPr/>
      <dgm:t>
        <a:bodyPr/>
        <a:lstStyle/>
        <a:p>
          <a:endParaRPr lang="ja-JP" altLang="en-US"/>
        </a:p>
      </dgm:t>
    </dgm:pt>
    <dgm:pt modelId="{7299BC4F-027B-9449-AD5F-889E021DE9BC}" type="sibTrans" cxnId="{CB49F8BF-C3C5-7748-8ADA-8A716FF6F17C}">
      <dgm:prSet/>
      <dgm:spPr/>
      <dgm:t>
        <a:bodyPr/>
        <a:lstStyle/>
        <a:p>
          <a:endParaRPr lang="ja-JP" altLang="en-US"/>
        </a:p>
      </dgm:t>
    </dgm:pt>
    <dgm:pt modelId="{B9CA6405-045A-074D-B0F2-1F51BC119C41}">
      <dgm:prSet custT="1"/>
      <dgm:spPr>
        <a:solidFill>
          <a:srgbClr val="9E6F40"/>
        </a:solidFill>
      </dgm:spPr>
      <dgm:t>
        <a:bodyPr/>
        <a:lstStyle/>
        <a:p>
          <a:r>
            <a:rPr kumimoji="1" lang="en-US" altLang="ja-JP" sz="30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A4</a:t>
          </a:r>
          <a:endParaRPr kumimoji="1" lang="ja-JP" altLang="en-US" sz="3000" b="1" dirty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F7A4C355-6E15-D648-89C3-F1B2FACBA121}" type="parTrans" cxnId="{F8CD08E3-AD57-DC4A-87E2-A49D911696F0}">
      <dgm:prSet/>
      <dgm:spPr/>
      <dgm:t>
        <a:bodyPr/>
        <a:lstStyle/>
        <a:p>
          <a:endParaRPr kumimoji="1" lang="ja-JP" altLang="en-US"/>
        </a:p>
      </dgm:t>
    </dgm:pt>
    <dgm:pt modelId="{1B171CD6-3B88-8A4C-A0C6-9F3CFC36F292}" type="sibTrans" cxnId="{F8CD08E3-AD57-DC4A-87E2-A49D911696F0}">
      <dgm:prSet/>
      <dgm:spPr/>
      <dgm:t>
        <a:bodyPr/>
        <a:lstStyle/>
        <a:p>
          <a:endParaRPr kumimoji="1" lang="ja-JP" altLang="en-US"/>
        </a:p>
      </dgm:t>
    </dgm:pt>
    <dgm:pt modelId="{8731B679-8075-5444-AA93-47C90F4FE615}">
      <dgm:prSet custT="1"/>
      <dgm:spPr>
        <a:noFill/>
        <a:ln>
          <a:noFill/>
        </a:ln>
      </dgm:spPr>
      <dgm:t>
        <a:bodyPr/>
        <a:lstStyle/>
        <a:p>
          <a:r>
            <a:rPr kumimoji="1" lang="ja-JP" altLang="en-US" sz="1600" b="1" u="sng" dirty="0">
              <a:latin typeface="Meiryo UI" panose="020B0604030504040204" pitchFamily="50" charset="-128"/>
              <a:ea typeface="Meiryo UI" panose="020B0604030504040204" pitchFamily="50" charset="-128"/>
            </a:rPr>
            <a:t>シルバークラス</a:t>
          </a:r>
        </a:p>
      </dgm:t>
    </dgm:pt>
    <dgm:pt modelId="{DCFCE10F-5ED7-6341-8966-1CF244BBD9A3}" type="parTrans" cxnId="{FED4D6EE-776C-4844-8E7B-864331F67874}">
      <dgm:prSet/>
      <dgm:spPr/>
      <dgm:t>
        <a:bodyPr/>
        <a:lstStyle/>
        <a:p>
          <a:endParaRPr kumimoji="1" lang="ja-JP" altLang="en-US"/>
        </a:p>
      </dgm:t>
    </dgm:pt>
    <dgm:pt modelId="{DBE7748C-E27A-414B-A8CE-C40E3BD60CE1}" type="sibTrans" cxnId="{FED4D6EE-776C-4844-8E7B-864331F67874}">
      <dgm:prSet/>
      <dgm:spPr/>
      <dgm:t>
        <a:bodyPr/>
        <a:lstStyle/>
        <a:p>
          <a:endParaRPr kumimoji="1" lang="ja-JP" altLang="en-US"/>
        </a:p>
      </dgm:t>
    </dgm:pt>
    <dgm:pt modelId="{91455016-1616-794C-AF96-554D75136DF2}">
      <dgm:prSet custT="1"/>
      <dgm:spPr>
        <a:noFill/>
        <a:ln>
          <a:noFill/>
        </a:ln>
      </dgm:spPr>
      <dgm:t>
        <a:bodyPr/>
        <a:lstStyle/>
        <a:p>
          <a:r>
            <a:rPr kumimoji="1" lang="ja-JP" altLang="en-US" sz="1600" b="1" u="sng" dirty="0">
              <a:latin typeface="Meiryo UI" panose="020B0604030504040204" pitchFamily="50" charset="-128"/>
              <a:ea typeface="Meiryo UI" panose="020B0604030504040204" pitchFamily="50" charset="-128"/>
            </a:rPr>
            <a:t>ゴールドクラス</a:t>
          </a:r>
        </a:p>
      </dgm:t>
    </dgm:pt>
    <dgm:pt modelId="{29942A0B-8A1C-B942-910B-3C8743F529BB}" type="parTrans" cxnId="{9C36EA79-2A5A-F94F-A216-1E353A693413}">
      <dgm:prSet/>
      <dgm:spPr/>
      <dgm:t>
        <a:bodyPr/>
        <a:lstStyle/>
        <a:p>
          <a:endParaRPr kumimoji="1" lang="ja-JP" altLang="en-US"/>
        </a:p>
      </dgm:t>
    </dgm:pt>
    <dgm:pt modelId="{BC5982BF-1D3A-DE49-9B61-B2E994B81995}" type="sibTrans" cxnId="{9C36EA79-2A5A-F94F-A216-1E353A693413}">
      <dgm:prSet/>
      <dgm:spPr/>
      <dgm:t>
        <a:bodyPr/>
        <a:lstStyle/>
        <a:p>
          <a:endParaRPr kumimoji="1" lang="ja-JP" altLang="en-US"/>
        </a:p>
      </dgm:t>
    </dgm:pt>
    <dgm:pt modelId="{2070C8E2-2503-7442-BBB0-F454B5232C45}">
      <dgm:prSet phldrT="[テキスト]" custT="1"/>
      <dgm:spPr>
        <a:noFill/>
        <a:ln>
          <a:noFill/>
        </a:ln>
      </dgm:spPr>
      <dgm:t>
        <a:bodyPr/>
        <a:lstStyle/>
        <a:p>
          <a:r>
            <a:rPr kumimoji="1" lang="ja-JP" altLang="en-US" sz="1600" b="1" u="sng" dirty="0">
              <a:latin typeface="Meiryo UI" panose="020B0604030504040204" pitchFamily="50" charset="-128"/>
              <a:ea typeface="Meiryo UI" panose="020B0604030504040204" pitchFamily="50" charset="-128"/>
            </a:rPr>
            <a:t>ブラッククラス</a:t>
          </a:r>
        </a:p>
      </dgm:t>
    </dgm:pt>
    <dgm:pt modelId="{02D359FB-7F78-904C-B709-E3C931156DAD}" type="parTrans" cxnId="{D62E3815-CC2B-8F44-864A-D0CBCFFF6F4C}">
      <dgm:prSet/>
      <dgm:spPr/>
      <dgm:t>
        <a:bodyPr/>
        <a:lstStyle/>
        <a:p>
          <a:endParaRPr kumimoji="1" lang="ja-JP" altLang="en-US"/>
        </a:p>
      </dgm:t>
    </dgm:pt>
    <dgm:pt modelId="{A08BC435-CD5F-E844-99D1-05C6EBE85958}" type="sibTrans" cxnId="{D62E3815-CC2B-8F44-864A-D0CBCFFF6F4C}">
      <dgm:prSet/>
      <dgm:spPr/>
      <dgm:t>
        <a:bodyPr/>
        <a:lstStyle/>
        <a:p>
          <a:endParaRPr kumimoji="1" lang="ja-JP" altLang="en-US"/>
        </a:p>
      </dgm:t>
    </dgm:pt>
    <dgm:pt modelId="{C3AA0076-8BBA-3248-9018-C7F7954FD10D}">
      <dgm:prSet custT="1"/>
      <dgm:spPr>
        <a:noFill/>
        <a:ln>
          <a:noFill/>
        </a:ln>
      </dgm:spPr>
      <dgm:t>
        <a:bodyPr/>
        <a:lstStyle/>
        <a:p>
          <a:r>
            <a: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50,000P</a:t>
          </a:r>
          <a:r>
            <a: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／月</a:t>
          </a:r>
        </a:p>
      </dgm:t>
    </dgm:pt>
    <dgm:pt modelId="{D9E91F3A-BCBA-F144-AB01-9DDE45C3CAC3}" type="parTrans" cxnId="{2F1E328B-7D50-674D-BA47-5F7E70181A6E}">
      <dgm:prSet/>
      <dgm:spPr/>
      <dgm:t>
        <a:bodyPr/>
        <a:lstStyle/>
        <a:p>
          <a:endParaRPr kumimoji="1" lang="ja-JP" altLang="en-US"/>
        </a:p>
      </dgm:t>
    </dgm:pt>
    <dgm:pt modelId="{4541E424-D2E2-9141-9C45-E31386A00A17}" type="sibTrans" cxnId="{2F1E328B-7D50-674D-BA47-5F7E70181A6E}">
      <dgm:prSet/>
      <dgm:spPr/>
      <dgm:t>
        <a:bodyPr/>
        <a:lstStyle/>
        <a:p>
          <a:endParaRPr kumimoji="1" lang="ja-JP" altLang="en-US"/>
        </a:p>
      </dgm:t>
    </dgm:pt>
    <dgm:pt modelId="{B2160F6A-85B8-814E-ABFA-CC64098F9543}">
      <dgm:prSet custT="1"/>
      <dgm:spPr>
        <a:noFill/>
        <a:ln>
          <a:noFill/>
        </a:ln>
      </dgm:spPr>
      <dgm:t>
        <a:bodyPr/>
        <a:lstStyle/>
        <a:p>
          <a:r>
            <a: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30,000P</a:t>
          </a:r>
          <a:r>
            <a: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／月</a:t>
          </a:r>
        </a:p>
      </dgm:t>
    </dgm:pt>
    <dgm:pt modelId="{BAD209EF-F29F-1746-9618-746AB69633D4}" type="parTrans" cxnId="{7D346816-2888-B84F-8B47-38B559D6FBE4}">
      <dgm:prSet/>
      <dgm:spPr/>
      <dgm:t>
        <a:bodyPr/>
        <a:lstStyle/>
        <a:p>
          <a:endParaRPr kumimoji="1" lang="ja-JP" altLang="en-US"/>
        </a:p>
      </dgm:t>
    </dgm:pt>
    <dgm:pt modelId="{6E2E5E84-F748-9D41-8960-107CF98B61EC}" type="sibTrans" cxnId="{7D346816-2888-B84F-8B47-38B559D6FBE4}">
      <dgm:prSet/>
      <dgm:spPr/>
      <dgm:t>
        <a:bodyPr/>
        <a:lstStyle/>
        <a:p>
          <a:endParaRPr kumimoji="1" lang="ja-JP" altLang="en-US"/>
        </a:p>
      </dgm:t>
    </dgm:pt>
    <dgm:pt modelId="{B94997B3-58D6-2D41-A770-1EB65E609FD3}">
      <dgm:prSet phldrT="[テキスト]" custT="1"/>
      <dgm:spPr>
        <a:noFill/>
        <a:ln>
          <a:noFill/>
        </a:ln>
      </dgm:spPr>
      <dgm:t>
        <a:bodyPr/>
        <a:lstStyle/>
        <a:p>
          <a:r>
            <a: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100,000P</a:t>
          </a:r>
          <a:r>
            <a: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／月</a:t>
          </a:r>
        </a:p>
      </dgm:t>
    </dgm:pt>
    <dgm:pt modelId="{D3D09D98-42B0-B24E-B141-9704AC74D1F8}" type="parTrans" cxnId="{46246275-C6D6-3D4B-AC50-8508C4466AA3}">
      <dgm:prSet/>
      <dgm:spPr/>
      <dgm:t>
        <a:bodyPr/>
        <a:lstStyle/>
        <a:p>
          <a:endParaRPr kumimoji="1" lang="ja-JP" altLang="en-US"/>
        </a:p>
      </dgm:t>
    </dgm:pt>
    <dgm:pt modelId="{621C61C7-653E-4548-B02A-095D2C2A6DE2}" type="sibTrans" cxnId="{46246275-C6D6-3D4B-AC50-8508C4466AA3}">
      <dgm:prSet/>
      <dgm:spPr/>
      <dgm:t>
        <a:bodyPr/>
        <a:lstStyle/>
        <a:p>
          <a:endParaRPr kumimoji="1" lang="ja-JP" altLang="en-US"/>
        </a:p>
      </dgm:t>
    </dgm:pt>
    <dgm:pt modelId="{83681524-4AE2-45AD-8B8B-88B9CB134C70}">
      <dgm:prSet custT="1"/>
      <dgm:spPr>
        <a:noFill/>
        <a:ln>
          <a:noFill/>
        </a:ln>
      </dgm:spPr>
      <dgm:t>
        <a:bodyPr/>
        <a:lstStyle/>
        <a:p>
          <a:r>
            <a: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昇格条件：フェアプレー賞</a:t>
          </a:r>
          <a:r>
            <a: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6</a:t>
          </a:r>
          <a:r>
            <a: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回／年</a:t>
          </a:r>
        </a:p>
      </dgm:t>
    </dgm:pt>
    <dgm:pt modelId="{E0E5ED2C-C06D-44AF-B604-6280F2BD78B5}" type="parTrans" cxnId="{B2CD0DB9-BEB3-4371-8B01-4BB5C28077A2}">
      <dgm:prSet/>
      <dgm:spPr/>
      <dgm:t>
        <a:bodyPr/>
        <a:lstStyle/>
        <a:p>
          <a:endParaRPr kumimoji="1" lang="ja-JP" altLang="en-US"/>
        </a:p>
      </dgm:t>
    </dgm:pt>
    <dgm:pt modelId="{D09D81C6-247E-4DC8-BB9B-1BB1A71287FE}" type="sibTrans" cxnId="{B2CD0DB9-BEB3-4371-8B01-4BB5C28077A2}">
      <dgm:prSet/>
      <dgm:spPr/>
      <dgm:t>
        <a:bodyPr/>
        <a:lstStyle/>
        <a:p>
          <a:endParaRPr kumimoji="1" lang="ja-JP" altLang="en-US"/>
        </a:p>
      </dgm:t>
    </dgm:pt>
    <dgm:pt modelId="{5A07895B-E26B-4F30-B7F7-8DCC33515D6A}">
      <dgm:prSet custT="1"/>
      <dgm:spPr>
        <a:noFill/>
        <a:ln>
          <a:noFill/>
        </a:ln>
      </dgm:spPr>
      <dgm:t>
        <a:bodyPr/>
        <a:lstStyle/>
        <a:p>
          <a:r>
            <a: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昇格条件：フェアプレー賞</a:t>
          </a:r>
          <a:r>
            <a: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6</a:t>
          </a:r>
          <a:r>
            <a: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回／年</a:t>
          </a:r>
        </a:p>
      </dgm:t>
    </dgm:pt>
    <dgm:pt modelId="{49C05C1A-A1DA-4849-8EEB-93EE095A6D53}" type="parTrans" cxnId="{0126A0E2-82D8-436D-8A79-A1FEC0D1D84C}">
      <dgm:prSet/>
      <dgm:spPr/>
      <dgm:t>
        <a:bodyPr/>
        <a:lstStyle/>
        <a:p>
          <a:endParaRPr kumimoji="1" lang="ja-JP" altLang="en-US"/>
        </a:p>
      </dgm:t>
    </dgm:pt>
    <dgm:pt modelId="{A8C479A7-A85A-47D9-9AFA-686EAC0DDBDA}" type="sibTrans" cxnId="{0126A0E2-82D8-436D-8A79-A1FEC0D1D84C}">
      <dgm:prSet/>
      <dgm:spPr/>
      <dgm:t>
        <a:bodyPr/>
        <a:lstStyle/>
        <a:p>
          <a:endParaRPr kumimoji="1" lang="ja-JP" altLang="en-US"/>
        </a:p>
      </dgm:t>
    </dgm:pt>
    <dgm:pt modelId="{BCEE6577-8B17-4193-9389-11A62490EDBB}">
      <dgm:prSet phldrT="[テキスト]" custT="1"/>
      <dgm:spPr>
        <a:noFill/>
        <a:ln>
          <a:noFill/>
        </a:ln>
      </dgm:spPr>
      <dgm:t>
        <a:bodyPr/>
        <a:lstStyle/>
        <a:p>
          <a:endParaRPr kumimoji="1" lang="ja-JP" altLang="en-US" sz="1600" b="1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BF327CE-BD66-4724-B3FB-1E1433DDC48A}" type="parTrans" cxnId="{AB7FEFA3-2F5F-448E-A3D9-2B641A4B72E2}">
      <dgm:prSet/>
      <dgm:spPr/>
      <dgm:t>
        <a:bodyPr/>
        <a:lstStyle/>
        <a:p>
          <a:endParaRPr kumimoji="1" lang="ja-JP" altLang="en-US"/>
        </a:p>
      </dgm:t>
    </dgm:pt>
    <dgm:pt modelId="{AC7284FB-09F6-4CF4-A81E-8AE958C275A0}" type="sibTrans" cxnId="{AB7FEFA3-2F5F-448E-A3D9-2B641A4B72E2}">
      <dgm:prSet/>
      <dgm:spPr/>
      <dgm:t>
        <a:bodyPr/>
        <a:lstStyle/>
        <a:p>
          <a:endParaRPr kumimoji="1" lang="ja-JP" altLang="en-US"/>
        </a:p>
      </dgm:t>
    </dgm:pt>
    <dgm:pt modelId="{78D78E31-3BAB-4111-862D-B360E18CF1FE}">
      <dgm:prSet phldrT="[テキスト]" custT="1"/>
      <dgm:spPr>
        <a:noFill/>
        <a:ln>
          <a:noFill/>
        </a:ln>
      </dgm:spPr>
      <dgm:t>
        <a:bodyPr/>
        <a:lstStyle/>
        <a:p>
          <a:r>
            <a: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ASSIST</a:t>
          </a:r>
          <a:r>
            <a: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の評価基準に基づき決定</a:t>
          </a:r>
        </a:p>
      </dgm:t>
    </dgm:pt>
    <dgm:pt modelId="{39D0A4B4-4230-4AE5-B1D9-324250AA8862}" type="parTrans" cxnId="{AEB65163-0EB9-4F30-BE5D-7F670EE0F10F}">
      <dgm:prSet/>
      <dgm:spPr/>
      <dgm:t>
        <a:bodyPr/>
        <a:lstStyle/>
        <a:p>
          <a:endParaRPr kumimoji="1" lang="ja-JP" altLang="en-US"/>
        </a:p>
      </dgm:t>
    </dgm:pt>
    <dgm:pt modelId="{3123908C-5D82-4B6C-AFA7-3875D99D99FE}" type="sibTrans" cxnId="{AEB65163-0EB9-4F30-BE5D-7F670EE0F10F}">
      <dgm:prSet/>
      <dgm:spPr/>
      <dgm:t>
        <a:bodyPr/>
        <a:lstStyle/>
        <a:p>
          <a:endParaRPr kumimoji="1" lang="ja-JP" altLang="en-US"/>
        </a:p>
      </dgm:t>
    </dgm:pt>
    <dgm:pt modelId="{94342542-8472-9B4B-94FB-DA3ED4C820B9}">
      <dgm:prSet custT="1"/>
      <dgm:spPr>
        <a:noFill/>
        <a:ln>
          <a:noFill/>
        </a:ln>
      </dgm:spPr>
      <dgm:t>
        <a:bodyPr/>
        <a:lstStyle/>
        <a:p>
          <a:pPr algn="l"/>
          <a:r>
            <a:rPr kumimoji="1" lang="ja-JP" altLang="en-US" sz="1600" b="1" u="sng" dirty="0">
              <a:latin typeface="Meiryo UI" panose="020B0604030504040204" pitchFamily="50" charset="-128"/>
              <a:ea typeface="Meiryo UI" panose="020B0604030504040204" pitchFamily="50" charset="-128"/>
            </a:rPr>
            <a:t>ブロンズクラス</a:t>
          </a:r>
        </a:p>
      </dgm:t>
    </dgm:pt>
    <dgm:pt modelId="{5DB7A48B-E60C-9948-9857-B574470A5287}" type="sibTrans" cxnId="{6F908729-7242-AF4F-8F31-D1BC0857D158}">
      <dgm:prSet/>
      <dgm:spPr/>
      <dgm:t>
        <a:bodyPr/>
        <a:lstStyle/>
        <a:p>
          <a:endParaRPr kumimoji="1" lang="ja-JP" altLang="en-US"/>
        </a:p>
      </dgm:t>
    </dgm:pt>
    <dgm:pt modelId="{B21BD9EE-C719-0E4A-8D0F-2FFB8416E536}" type="parTrans" cxnId="{6F908729-7242-AF4F-8F31-D1BC0857D158}">
      <dgm:prSet/>
      <dgm:spPr/>
      <dgm:t>
        <a:bodyPr/>
        <a:lstStyle/>
        <a:p>
          <a:endParaRPr kumimoji="1" lang="ja-JP" altLang="en-US"/>
        </a:p>
      </dgm:t>
    </dgm:pt>
    <dgm:pt modelId="{5771D300-CDB3-394F-945A-4EF098F04892}">
      <dgm:prSet custT="1"/>
      <dgm:spPr>
        <a:noFill/>
        <a:ln>
          <a:noFill/>
        </a:ln>
      </dgm:spPr>
      <dgm:t>
        <a:bodyPr/>
        <a:lstStyle/>
        <a:p>
          <a:pPr algn="l"/>
          <a:r>
            <a: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10,000P</a:t>
          </a:r>
          <a:r>
            <a: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／月</a:t>
          </a:r>
        </a:p>
      </dgm:t>
    </dgm:pt>
    <dgm:pt modelId="{10BBC5F7-E80F-7742-A09E-5C2E9300A8E7}" type="sibTrans" cxnId="{FD559A78-2371-F745-9784-4EA9619B29F5}">
      <dgm:prSet/>
      <dgm:spPr/>
      <dgm:t>
        <a:bodyPr/>
        <a:lstStyle/>
        <a:p>
          <a:endParaRPr kumimoji="1" lang="ja-JP" altLang="en-US"/>
        </a:p>
      </dgm:t>
    </dgm:pt>
    <dgm:pt modelId="{A6A28F3D-99FB-9044-A9BB-4DDA198DF79C}" type="parTrans" cxnId="{FD559A78-2371-F745-9784-4EA9619B29F5}">
      <dgm:prSet/>
      <dgm:spPr/>
      <dgm:t>
        <a:bodyPr/>
        <a:lstStyle/>
        <a:p>
          <a:endParaRPr kumimoji="1" lang="ja-JP" altLang="en-US"/>
        </a:p>
      </dgm:t>
    </dgm:pt>
    <dgm:pt modelId="{E92CA948-EB32-4E02-926A-EE942346881A}">
      <dgm:prSet custT="1"/>
      <dgm:spPr>
        <a:noFill/>
        <a:ln>
          <a:noFill/>
        </a:ln>
      </dgm:spPr>
      <dgm:t>
        <a:bodyPr/>
        <a:lstStyle/>
        <a:p>
          <a:pPr algn="l"/>
          <a:r>
            <a: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昇格条件：フェアプレー賞</a:t>
          </a:r>
          <a:r>
            <a: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6</a:t>
          </a:r>
          <a:r>
            <a: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rPr>
            <a:t>回／年　　　　　</a:t>
          </a:r>
        </a:p>
      </dgm:t>
    </dgm:pt>
    <dgm:pt modelId="{D1A11725-2AF5-468E-8412-732F197DE946}" type="sibTrans" cxnId="{19899CBD-C559-424A-93FF-0A7881D7C849}">
      <dgm:prSet/>
      <dgm:spPr/>
      <dgm:t>
        <a:bodyPr/>
        <a:lstStyle/>
        <a:p>
          <a:endParaRPr kumimoji="1" lang="ja-JP" altLang="en-US"/>
        </a:p>
      </dgm:t>
    </dgm:pt>
    <dgm:pt modelId="{4654D28B-364D-4A87-889F-73CAA33C8AD1}" type="parTrans" cxnId="{19899CBD-C559-424A-93FF-0A7881D7C849}">
      <dgm:prSet/>
      <dgm:spPr/>
      <dgm:t>
        <a:bodyPr/>
        <a:lstStyle/>
        <a:p>
          <a:endParaRPr kumimoji="1" lang="ja-JP" altLang="en-US"/>
        </a:p>
      </dgm:t>
    </dgm:pt>
    <dgm:pt modelId="{DF8CC5DB-3E10-AA45-9EFA-F0B29160441A}" type="pres">
      <dgm:prSet presAssocID="{E9692F44-0977-7048-9B06-84395F6DE8E5}" presName="Name0" presStyleCnt="0">
        <dgm:presLayoutVars>
          <dgm:dir/>
          <dgm:animLvl val="lvl"/>
          <dgm:resizeHandles val="exact"/>
        </dgm:presLayoutVars>
      </dgm:prSet>
      <dgm:spPr/>
    </dgm:pt>
    <dgm:pt modelId="{6DE0DE36-94C7-2C4C-A184-7A038944BC8A}" type="pres">
      <dgm:prSet presAssocID="{F026B7FE-4199-7A44-9025-4D0B14B067EC}" presName="Name8" presStyleCnt="0"/>
      <dgm:spPr/>
    </dgm:pt>
    <dgm:pt modelId="{DEE6C26B-29E3-0844-8BBD-62CEC041E4AB}" type="pres">
      <dgm:prSet presAssocID="{F026B7FE-4199-7A44-9025-4D0B14B067EC}" presName="acctBkgd" presStyleLbl="alignAcc1" presStyleIdx="0" presStyleCnt="4" custLinFactNeighborX="348" custLinFactNeighborY="12292"/>
      <dgm:spPr/>
    </dgm:pt>
    <dgm:pt modelId="{B37B86DA-F47E-7C42-AAAA-27023B7CDF56}" type="pres">
      <dgm:prSet presAssocID="{F026B7FE-4199-7A44-9025-4D0B14B067EC}" presName="acctTx" presStyleLbl="alignAcc1" presStyleIdx="0" presStyleCnt="4">
        <dgm:presLayoutVars>
          <dgm:bulletEnabled val="1"/>
        </dgm:presLayoutVars>
      </dgm:prSet>
      <dgm:spPr/>
    </dgm:pt>
    <dgm:pt modelId="{39FA5025-DE45-5D40-A7F0-9FFED96C5B52}" type="pres">
      <dgm:prSet presAssocID="{F026B7FE-4199-7A44-9025-4D0B14B067EC}" presName="level" presStyleLbl="node1" presStyleIdx="0" presStyleCnt="4">
        <dgm:presLayoutVars>
          <dgm:chMax val="1"/>
          <dgm:bulletEnabled val="1"/>
        </dgm:presLayoutVars>
      </dgm:prSet>
      <dgm:spPr/>
    </dgm:pt>
    <dgm:pt modelId="{7D579C28-93BD-0D45-A532-EC142F03D2CE}" type="pres">
      <dgm:prSet presAssocID="{F026B7FE-4199-7A44-9025-4D0B14B067E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5C4873F-6D4D-074B-B1BF-0AD97CBDAFEA}" type="pres">
      <dgm:prSet presAssocID="{92CE7DE4-1E64-EC45-BCC6-FBE73A96E461}" presName="Name8" presStyleCnt="0"/>
      <dgm:spPr/>
    </dgm:pt>
    <dgm:pt modelId="{CE9A240F-9BB0-C046-BCC6-9F6B16F042C7}" type="pres">
      <dgm:prSet presAssocID="{92CE7DE4-1E64-EC45-BCC6-FBE73A96E461}" presName="acctBkgd" presStyleLbl="alignAcc1" presStyleIdx="1" presStyleCnt="4"/>
      <dgm:spPr/>
    </dgm:pt>
    <dgm:pt modelId="{E1AE4F06-3833-8D41-ADAC-743DE08438AC}" type="pres">
      <dgm:prSet presAssocID="{92CE7DE4-1E64-EC45-BCC6-FBE73A96E461}" presName="acctTx" presStyleLbl="alignAcc1" presStyleIdx="1" presStyleCnt="4">
        <dgm:presLayoutVars>
          <dgm:bulletEnabled val="1"/>
        </dgm:presLayoutVars>
      </dgm:prSet>
      <dgm:spPr/>
    </dgm:pt>
    <dgm:pt modelId="{99C94315-4A88-DB4A-B401-38516DB7A927}" type="pres">
      <dgm:prSet presAssocID="{92CE7DE4-1E64-EC45-BCC6-FBE73A96E461}" presName="level" presStyleLbl="node1" presStyleIdx="1" presStyleCnt="4">
        <dgm:presLayoutVars>
          <dgm:chMax val="1"/>
          <dgm:bulletEnabled val="1"/>
        </dgm:presLayoutVars>
      </dgm:prSet>
      <dgm:spPr/>
    </dgm:pt>
    <dgm:pt modelId="{12A00B04-614E-5B44-AC53-F22AD472E01B}" type="pres">
      <dgm:prSet presAssocID="{92CE7DE4-1E64-EC45-BCC6-FBE73A96E46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FD88F85-82F0-2048-9E8D-2C666CB8280D}" type="pres">
      <dgm:prSet presAssocID="{EBBCC01D-30F8-D341-A152-8ABAB3ADF3D9}" presName="Name8" presStyleCnt="0"/>
      <dgm:spPr/>
    </dgm:pt>
    <dgm:pt modelId="{89E25500-782D-E244-A9A4-E2F345691342}" type="pres">
      <dgm:prSet presAssocID="{EBBCC01D-30F8-D341-A152-8ABAB3ADF3D9}" presName="acctBkgd" presStyleLbl="alignAcc1" presStyleIdx="2" presStyleCnt="4" custScaleX="103557"/>
      <dgm:spPr/>
    </dgm:pt>
    <dgm:pt modelId="{9788D151-F17F-984F-9E25-3B53AE7BD856}" type="pres">
      <dgm:prSet presAssocID="{EBBCC01D-30F8-D341-A152-8ABAB3ADF3D9}" presName="acctTx" presStyleLbl="alignAcc1" presStyleIdx="2" presStyleCnt="4">
        <dgm:presLayoutVars>
          <dgm:bulletEnabled val="1"/>
        </dgm:presLayoutVars>
      </dgm:prSet>
      <dgm:spPr/>
    </dgm:pt>
    <dgm:pt modelId="{840FA1D1-97B1-0B42-8B71-7AE96D9B928F}" type="pres">
      <dgm:prSet presAssocID="{EBBCC01D-30F8-D341-A152-8ABAB3ADF3D9}" presName="level" presStyleLbl="node1" presStyleIdx="2" presStyleCnt="4">
        <dgm:presLayoutVars>
          <dgm:chMax val="1"/>
          <dgm:bulletEnabled val="1"/>
        </dgm:presLayoutVars>
      </dgm:prSet>
      <dgm:spPr/>
    </dgm:pt>
    <dgm:pt modelId="{326EE444-EADD-EB4E-91B1-00AE8CB47B1E}" type="pres">
      <dgm:prSet presAssocID="{EBBCC01D-30F8-D341-A152-8ABAB3ADF3D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F026429-A91A-1145-BF09-DB52ADBEED5B}" type="pres">
      <dgm:prSet presAssocID="{B9CA6405-045A-074D-B0F2-1F51BC119C41}" presName="Name8" presStyleCnt="0"/>
      <dgm:spPr/>
    </dgm:pt>
    <dgm:pt modelId="{43CF8D17-429B-5845-A419-033A6AF39329}" type="pres">
      <dgm:prSet presAssocID="{B9CA6405-045A-074D-B0F2-1F51BC119C41}" presName="acctBkgd" presStyleLbl="alignAcc1" presStyleIdx="3" presStyleCnt="4" custScaleX="135643" custLinFactNeighborX="3955"/>
      <dgm:spPr/>
    </dgm:pt>
    <dgm:pt modelId="{94DA0A45-7EF4-9F40-8CB9-9185D2B15819}" type="pres">
      <dgm:prSet presAssocID="{B9CA6405-045A-074D-B0F2-1F51BC119C41}" presName="acctTx" presStyleLbl="alignAcc1" presStyleIdx="3" presStyleCnt="4">
        <dgm:presLayoutVars>
          <dgm:bulletEnabled val="1"/>
        </dgm:presLayoutVars>
      </dgm:prSet>
      <dgm:spPr/>
    </dgm:pt>
    <dgm:pt modelId="{422EABBB-2130-144B-A04B-8E0C6062E042}" type="pres">
      <dgm:prSet presAssocID="{B9CA6405-045A-074D-B0F2-1F51BC119C41}" presName="level" presStyleLbl="node1" presStyleIdx="3" presStyleCnt="4" custScaleX="100996" custLinFactNeighborX="309" custLinFactNeighborY="2028">
        <dgm:presLayoutVars>
          <dgm:chMax val="1"/>
          <dgm:bulletEnabled val="1"/>
        </dgm:presLayoutVars>
      </dgm:prSet>
      <dgm:spPr/>
    </dgm:pt>
    <dgm:pt modelId="{E39F8EF9-6F2A-3A4F-909B-4BB237C55348}" type="pres">
      <dgm:prSet presAssocID="{B9CA6405-045A-074D-B0F2-1F51BC119C41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F5B06D09-126A-1D43-8297-C9F46AEF0869}" type="presOf" srcId="{91455016-1616-794C-AF96-554D75136DF2}" destId="{CE9A240F-9BB0-C046-BCC6-9F6B16F042C7}" srcOrd="0" destOrd="0" presId="urn:microsoft.com/office/officeart/2005/8/layout/pyramid1"/>
    <dgm:cxn modelId="{906B7809-BA4A-E84F-9A51-40FFDA88DEE9}" type="presOf" srcId="{94342542-8472-9B4B-94FB-DA3ED4C820B9}" destId="{94DA0A45-7EF4-9F40-8CB9-9185D2B15819}" srcOrd="1" destOrd="0" presId="urn:microsoft.com/office/officeart/2005/8/layout/pyramid1"/>
    <dgm:cxn modelId="{D62E3815-CC2B-8F44-864A-D0CBCFFF6F4C}" srcId="{F026B7FE-4199-7A44-9025-4D0B14B067EC}" destId="{2070C8E2-2503-7442-BBB0-F454B5232C45}" srcOrd="0" destOrd="0" parTransId="{02D359FB-7F78-904C-B709-E3C931156DAD}" sibTransId="{A08BC435-CD5F-E844-99D1-05C6EBE85958}"/>
    <dgm:cxn modelId="{DDA81E16-0E28-429C-BB38-D6E0D8167BE4}" type="presOf" srcId="{E92CA948-EB32-4E02-926A-EE942346881A}" destId="{43CF8D17-429B-5845-A419-033A6AF39329}" srcOrd="0" destOrd="2" presId="urn:microsoft.com/office/officeart/2005/8/layout/pyramid1"/>
    <dgm:cxn modelId="{7D346816-2888-B84F-8B47-38B559D6FBE4}" srcId="{EBBCC01D-30F8-D341-A152-8ABAB3ADF3D9}" destId="{B2160F6A-85B8-814E-ABFA-CC64098F9543}" srcOrd="1" destOrd="0" parTransId="{BAD209EF-F29F-1746-9618-746AB69633D4}" sibTransId="{6E2E5E84-F748-9D41-8960-107CF98B61EC}"/>
    <dgm:cxn modelId="{F6E7A217-2E2F-7C41-81D3-6F27B8B03616}" type="presOf" srcId="{F026B7FE-4199-7A44-9025-4D0B14B067EC}" destId="{7D579C28-93BD-0D45-A532-EC142F03D2CE}" srcOrd="1" destOrd="0" presId="urn:microsoft.com/office/officeart/2005/8/layout/pyramid1"/>
    <dgm:cxn modelId="{6F908729-7242-AF4F-8F31-D1BC0857D158}" srcId="{B9CA6405-045A-074D-B0F2-1F51BC119C41}" destId="{94342542-8472-9B4B-94FB-DA3ED4C820B9}" srcOrd="0" destOrd="0" parTransId="{B21BD9EE-C719-0E4A-8D0F-2FFB8416E536}" sibTransId="{5DB7A48B-E60C-9948-9857-B574470A5287}"/>
    <dgm:cxn modelId="{ACD0B033-9C7D-F044-8EF2-435052DEF916}" type="presOf" srcId="{8731B679-8075-5444-AA93-47C90F4FE615}" destId="{9788D151-F17F-984F-9E25-3B53AE7BD856}" srcOrd="1" destOrd="0" presId="urn:microsoft.com/office/officeart/2005/8/layout/pyramid1"/>
    <dgm:cxn modelId="{48D6D13A-B7FF-4197-9768-4FB5D1462C30}" type="presOf" srcId="{78D78E31-3BAB-4111-862D-B360E18CF1FE}" destId="{B37B86DA-F47E-7C42-AAAA-27023B7CDF56}" srcOrd="1" destOrd="2" presId="urn:microsoft.com/office/officeart/2005/8/layout/pyramid1"/>
    <dgm:cxn modelId="{C2B5413C-BCCC-4817-9A28-72B8A0156D10}" type="presOf" srcId="{BCEE6577-8B17-4193-9389-11A62490EDBB}" destId="{DEE6C26B-29E3-0844-8BBD-62CEC041E4AB}" srcOrd="0" destOrd="3" presId="urn:microsoft.com/office/officeart/2005/8/layout/pyramid1"/>
    <dgm:cxn modelId="{25768B40-27B8-114E-98FD-8358DC84FD90}" type="presOf" srcId="{2070C8E2-2503-7442-BBB0-F454B5232C45}" destId="{B37B86DA-F47E-7C42-AAAA-27023B7CDF56}" srcOrd="1" destOrd="0" presId="urn:microsoft.com/office/officeart/2005/8/layout/pyramid1"/>
    <dgm:cxn modelId="{AEB65163-0EB9-4F30-BE5D-7F670EE0F10F}" srcId="{F026B7FE-4199-7A44-9025-4D0B14B067EC}" destId="{78D78E31-3BAB-4111-862D-B360E18CF1FE}" srcOrd="2" destOrd="0" parTransId="{39D0A4B4-4230-4AE5-B1D9-324250AA8862}" sibTransId="{3123908C-5D82-4B6C-AFA7-3875D99D99FE}"/>
    <dgm:cxn modelId="{5CDDD544-D9D5-3A4E-8D7A-A1E70F068391}" type="presOf" srcId="{94342542-8472-9B4B-94FB-DA3ED4C820B9}" destId="{43CF8D17-429B-5845-A419-033A6AF39329}" srcOrd="0" destOrd="0" presId="urn:microsoft.com/office/officeart/2005/8/layout/pyramid1"/>
    <dgm:cxn modelId="{08CD5046-D5FE-BD40-B235-C46786FB4763}" type="presOf" srcId="{EBBCC01D-30F8-D341-A152-8ABAB3ADF3D9}" destId="{840FA1D1-97B1-0B42-8B71-7AE96D9B928F}" srcOrd="0" destOrd="0" presId="urn:microsoft.com/office/officeart/2005/8/layout/pyramid1"/>
    <dgm:cxn modelId="{D25CC447-AE63-AF41-9B39-B3EA2F9F2A64}" type="presOf" srcId="{B2160F6A-85B8-814E-ABFA-CC64098F9543}" destId="{89E25500-782D-E244-A9A4-E2F345691342}" srcOrd="0" destOrd="1" presId="urn:microsoft.com/office/officeart/2005/8/layout/pyramid1"/>
    <dgm:cxn modelId="{CE6B0548-76E8-4B9C-919E-5A9906E28212}" type="presOf" srcId="{83681524-4AE2-45AD-8B8B-88B9CB134C70}" destId="{89E25500-782D-E244-A9A4-E2F345691342}" srcOrd="0" destOrd="2" presId="urn:microsoft.com/office/officeart/2005/8/layout/pyramid1"/>
    <dgm:cxn modelId="{DD8E584A-01AA-3341-882A-15F191585E3D}" type="presOf" srcId="{EBBCC01D-30F8-D341-A152-8ABAB3ADF3D9}" destId="{326EE444-EADD-EB4E-91B1-00AE8CB47B1E}" srcOrd="1" destOrd="0" presId="urn:microsoft.com/office/officeart/2005/8/layout/pyramid1"/>
    <dgm:cxn modelId="{88919873-30EC-BB4E-8066-FD908D121146}" srcId="{E9692F44-0977-7048-9B06-84395F6DE8E5}" destId="{92CE7DE4-1E64-EC45-BCC6-FBE73A96E461}" srcOrd="1" destOrd="0" parTransId="{AB126293-B000-1946-95D2-B8792B63D1DA}" sibTransId="{67D31A71-E4C9-624F-A40C-D4AFD86FD9F2}"/>
    <dgm:cxn modelId="{46246275-C6D6-3D4B-AC50-8508C4466AA3}" srcId="{F026B7FE-4199-7A44-9025-4D0B14B067EC}" destId="{B94997B3-58D6-2D41-A770-1EB65E609FD3}" srcOrd="1" destOrd="0" parTransId="{D3D09D98-42B0-B24E-B141-9704AC74D1F8}" sibTransId="{621C61C7-653E-4548-B02A-095D2C2A6DE2}"/>
    <dgm:cxn modelId="{90249555-E46F-450A-BF9A-2095015C6CCA}" type="presOf" srcId="{5A07895B-E26B-4F30-B7F7-8DCC33515D6A}" destId="{CE9A240F-9BB0-C046-BCC6-9F6B16F042C7}" srcOrd="0" destOrd="2" presId="urn:microsoft.com/office/officeart/2005/8/layout/pyramid1"/>
    <dgm:cxn modelId="{FD559A78-2371-F745-9784-4EA9619B29F5}" srcId="{B9CA6405-045A-074D-B0F2-1F51BC119C41}" destId="{5771D300-CDB3-394F-945A-4EF098F04892}" srcOrd="1" destOrd="0" parTransId="{A6A28F3D-99FB-9044-A9BB-4DDA198DF79C}" sibTransId="{10BBC5F7-E80F-7742-A09E-5C2E9300A8E7}"/>
    <dgm:cxn modelId="{9C36EA79-2A5A-F94F-A216-1E353A693413}" srcId="{92CE7DE4-1E64-EC45-BCC6-FBE73A96E461}" destId="{91455016-1616-794C-AF96-554D75136DF2}" srcOrd="0" destOrd="0" parTransId="{29942A0B-8A1C-B942-910B-3C8743F529BB}" sibTransId="{BC5982BF-1D3A-DE49-9B61-B2E994B81995}"/>
    <dgm:cxn modelId="{3B971481-BAF5-A14C-BE58-CC38BEDFC10B}" type="presOf" srcId="{5771D300-CDB3-394F-945A-4EF098F04892}" destId="{94DA0A45-7EF4-9F40-8CB9-9185D2B15819}" srcOrd="1" destOrd="1" presId="urn:microsoft.com/office/officeart/2005/8/layout/pyramid1"/>
    <dgm:cxn modelId="{8A2A3382-18AD-45A8-8806-C83C97879813}" type="presOf" srcId="{BCEE6577-8B17-4193-9389-11A62490EDBB}" destId="{B37B86DA-F47E-7C42-AAAA-27023B7CDF56}" srcOrd="1" destOrd="3" presId="urn:microsoft.com/office/officeart/2005/8/layout/pyramid1"/>
    <dgm:cxn modelId="{70981189-591B-EE4A-8C84-E4D4534E059E}" type="presOf" srcId="{5771D300-CDB3-394F-945A-4EF098F04892}" destId="{43CF8D17-429B-5845-A419-033A6AF39329}" srcOrd="0" destOrd="1" presId="urn:microsoft.com/office/officeart/2005/8/layout/pyramid1"/>
    <dgm:cxn modelId="{2F1E328B-7D50-674D-BA47-5F7E70181A6E}" srcId="{92CE7DE4-1E64-EC45-BCC6-FBE73A96E461}" destId="{C3AA0076-8BBA-3248-9018-C7F7954FD10D}" srcOrd="1" destOrd="0" parTransId="{D9E91F3A-BCBA-F144-AB01-9DDE45C3CAC3}" sibTransId="{4541E424-D2E2-9141-9C45-E31386A00A17}"/>
    <dgm:cxn modelId="{495F5C8C-E422-4430-9B3B-D9D3C35B1C9F}" type="presOf" srcId="{E92CA948-EB32-4E02-926A-EE942346881A}" destId="{94DA0A45-7EF4-9F40-8CB9-9185D2B15819}" srcOrd="1" destOrd="2" presId="urn:microsoft.com/office/officeart/2005/8/layout/pyramid1"/>
    <dgm:cxn modelId="{0DE79E8D-9C32-4751-9A38-C30BFE090932}" type="presOf" srcId="{83681524-4AE2-45AD-8B8B-88B9CB134C70}" destId="{9788D151-F17F-984F-9E25-3B53AE7BD856}" srcOrd="1" destOrd="2" presId="urn:microsoft.com/office/officeart/2005/8/layout/pyramid1"/>
    <dgm:cxn modelId="{86990498-68DC-4646-9A0C-BAF1BEB68D44}" type="presOf" srcId="{B9CA6405-045A-074D-B0F2-1F51BC119C41}" destId="{E39F8EF9-6F2A-3A4F-909B-4BB237C55348}" srcOrd="1" destOrd="0" presId="urn:microsoft.com/office/officeart/2005/8/layout/pyramid1"/>
    <dgm:cxn modelId="{CDD0299E-7921-4A4A-B2D6-7C0D1CB083C4}" type="presOf" srcId="{B2160F6A-85B8-814E-ABFA-CC64098F9543}" destId="{9788D151-F17F-984F-9E25-3B53AE7BD856}" srcOrd="1" destOrd="1" presId="urn:microsoft.com/office/officeart/2005/8/layout/pyramid1"/>
    <dgm:cxn modelId="{FA32DDA0-5E18-DD48-AC80-27CFE5A3F3BD}" type="presOf" srcId="{2070C8E2-2503-7442-BBB0-F454B5232C45}" destId="{DEE6C26B-29E3-0844-8BBD-62CEC041E4AB}" srcOrd="0" destOrd="0" presId="urn:microsoft.com/office/officeart/2005/8/layout/pyramid1"/>
    <dgm:cxn modelId="{AB7FEFA3-2F5F-448E-A3D9-2B641A4B72E2}" srcId="{F026B7FE-4199-7A44-9025-4D0B14B067EC}" destId="{BCEE6577-8B17-4193-9389-11A62490EDBB}" srcOrd="3" destOrd="0" parTransId="{3BF327CE-BD66-4724-B3FB-1E1433DDC48A}" sibTransId="{AC7284FB-09F6-4CF4-A81E-8AE958C275A0}"/>
    <dgm:cxn modelId="{E552FCA6-729D-9B48-AC46-FB033F300CF2}" type="presOf" srcId="{92CE7DE4-1E64-EC45-BCC6-FBE73A96E461}" destId="{12A00B04-614E-5B44-AC53-F22AD472E01B}" srcOrd="1" destOrd="0" presId="urn:microsoft.com/office/officeart/2005/8/layout/pyramid1"/>
    <dgm:cxn modelId="{74EF0DAF-EA2F-425F-92A3-79E05EABBFD2}" type="presOf" srcId="{78D78E31-3BAB-4111-862D-B360E18CF1FE}" destId="{DEE6C26B-29E3-0844-8BBD-62CEC041E4AB}" srcOrd="0" destOrd="2" presId="urn:microsoft.com/office/officeart/2005/8/layout/pyramid1"/>
    <dgm:cxn modelId="{B453EFB4-75E6-764C-A313-799BD9F39138}" type="presOf" srcId="{91455016-1616-794C-AF96-554D75136DF2}" destId="{E1AE4F06-3833-8D41-ADAC-743DE08438AC}" srcOrd="1" destOrd="0" presId="urn:microsoft.com/office/officeart/2005/8/layout/pyramid1"/>
    <dgm:cxn modelId="{B2CD0DB9-BEB3-4371-8B01-4BB5C28077A2}" srcId="{EBBCC01D-30F8-D341-A152-8ABAB3ADF3D9}" destId="{83681524-4AE2-45AD-8B8B-88B9CB134C70}" srcOrd="2" destOrd="0" parTransId="{E0E5ED2C-C06D-44AF-B604-6280F2BD78B5}" sibTransId="{D09D81C6-247E-4DC8-BB9B-1BB1A71287FE}"/>
    <dgm:cxn modelId="{646FB3B9-00C1-D64A-82BE-B24AA22E8F04}" type="presOf" srcId="{8731B679-8075-5444-AA93-47C90F4FE615}" destId="{89E25500-782D-E244-A9A4-E2F345691342}" srcOrd="0" destOrd="0" presId="urn:microsoft.com/office/officeart/2005/8/layout/pyramid1"/>
    <dgm:cxn modelId="{19899CBD-C559-424A-93FF-0A7881D7C849}" srcId="{B9CA6405-045A-074D-B0F2-1F51BC119C41}" destId="{E92CA948-EB32-4E02-926A-EE942346881A}" srcOrd="2" destOrd="0" parTransId="{4654D28B-364D-4A87-889F-73CAA33C8AD1}" sibTransId="{D1A11725-2AF5-468E-8412-732F197DE946}"/>
    <dgm:cxn modelId="{CB49F8BF-C3C5-7748-8ADA-8A716FF6F17C}" srcId="{E9692F44-0977-7048-9B06-84395F6DE8E5}" destId="{EBBCC01D-30F8-D341-A152-8ABAB3ADF3D9}" srcOrd="2" destOrd="0" parTransId="{95D42787-F05B-7545-8DEB-6F689302D399}" sibTransId="{7299BC4F-027B-9449-AD5F-889E021DE9BC}"/>
    <dgm:cxn modelId="{727D8CC3-9289-A546-9F1F-A6B3E5A2A102}" srcId="{E9692F44-0977-7048-9B06-84395F6DE8E5}" destId="{F026B7FE-4199-7A44-9025-4D0B14B067EC}" srcOrd="0" destOrd="0" parTransId="{0763C6BB-E7A9-6D43-9BA1-B5160C43D5B9}" sibTransId="{6D54EC84-956B-9549-B1CD-27C46CD008B6}"/>
    <dgm:cxn modelId="{DD62B0C3-8821-BF45-BF4D-1E844F3188CA}" type="presOf" srcId="{B9CA6405-045A-074D-B0F2-1F51BC119C41}" destId="{422EABBB-2130-144B-A04B-8E0C6062E042}" srcOrd="0" destOrd="0" presId="urn:microsoft.com/office/officeart/2005/8/layout/pyramid1"/>
    <dgm:cxn modelId="{A4FFF0D0-95C4-9444-A78C-C4F9972DBB46}" type="presOf" srcId="{B94997B3-58D6-2D41-A770-1EB65E609FD3}" destId="{DEE6C26B-29E3-0844-8BBD-62CEC041E4AB}" srcOrd="0" destOrd="1" presId="urn:microsoft.com/office/officeart/2005/8/layout/pyramid1"/>
    <dgm:cxn modelId="{40C828D3-AEA8-AE4F-898B-427AAECAEC9A}" type="presOf" srcId="{92CE7DE4-1E64-EC45-BCC6-FBE73A96E461}" destId="{99C94315-4A88-DB4A-B401-38516DB7A927}" srcOrd="0" destOrd="0" presId="urn:microsoft.com/office/officeart/2005/8/layout/pyramid1"/>
    <dgm:cxn modelId="{A8F317D7-6D09-F143-A7DD-E578EDAD29E7}" type="presOf" srcId="{B94997B3-58D6-2D41-A770-1EB65E609FD3}" destId="{B37B86DA-F47E-7C42-AAAA-27023B7CDF56}" srcOrd="1" destOrd="1" presId="urn:microsoft.com/office/officeart/2005/8/layout/pyramid1"/>
    <dgm:cxn modelId="{176D5AD7-17CC-024E-BA81-E7F5036C4982}" type="presOf" srcId="{E9692F44-0977-7048-9B06-84395F6DE8E5}" destId="{DF8CC5DB-3E10-AA45-9EFA-F0B29160441A}" srcOrd="0" destOrd="0" presId="urn:microsoft.com/office/officeart/2005/8/layout/pyramid1"/>
    <dgm:cxn modelId="{D04BA3DD-4715-8748-B72A-1BC1B50DB80B}" type="presOf" srcId="{F026B7FE-4199-7A44-9025-4D0B14B067EC}" destId="{39FA5025-DE45-5D40-A7F0-9FFED96C5B52}" srcOrd="0" destOrd="0" presId="urn:microsoft.com/office/officeart/2005/8/layout/pyramid1"/>
    <dgm:cxn modelId="{0126A0E2-82D8-436D-8A79-A1FEC0D1D84C}" srcId="{92CE7DE4-1E64-EC45-BCC6-FBE73A96E461}" destId="{5A07895B-E26B-4F30-B7F7-8DCC33515D6A}" srcOrd="2" destOrd="0" parTransId="{49C05C1A-A1DA-4849-8EEB-93EE095A6D53}" sibTransId="{A8C479A7-A85A-47D9-9AFA-686EAC0DDBDA}"/>
    <dgm:cxn modelId="{F8CD08E3-AD57-DC4A-87E2-A49D911696F0}" srcId="{E9692F44-0977-7048-9B06-84395F6DE8E5}" destId="{B9CA6405-045A-074D-B0F2-1F51BC119C41}" srcOrd="3" destOrd="0" parTransId="{F7A4C355-6E15-D648-89C3-F1B2FACBA121}" sibTransId="{1B171CD6-3B88-8A4C-A0C6-9F3CFC36F292}"/>
    <dgm:cxn modelId="{254B28E6-CB1E-4045-931E-56C81B385E5A}" type="presOf" srcId="{C3AA0076-8BBA-3248-9018-C7F7954FD10D}" destId="{E1AE4F06-3833-8D41-ADAC-743DE08438AC}" srcOrd="1" destOrd="1" presId="urn:microsoft.com/office/officeart/2005/8/layout/pyramid1"/>
    <dgm:cxn modelId="{FED4D6EE-776C-4844-8E7B-864331F67874}" srcId="{EBBCC01D-30F8-D341-A152-8ABAB3ADF3D9}" destId="{8731B679-8075-5444-AA93-47C90F4FE615}" srcOrd="0" destOrd="0" parTransId="{DCFCE10F-5ED7-6341-8966-1CF244BBD9A3}" sibTransId="{DBE7748C-E27A-414B-A8CE-C40E3BD60CE1}"/>
    <dgm:cxn modelId="{65EB6FF4-CCF9-A841-AF94-7DBA75C86A93}" type="presOf" srcId="{C3AA0076-8BBA-3248-9018-C7F7954FD10D}" destId="{CE9A240F-9BB0-C046-BCC6-9F6B16F042C7}" srcOrd="0" destOrd="1" presId="urn:microsoft.com/office/officeart/2005/8/layout/pyramid1"/>
    <dgm:cxn modelId="{4FEBD6F5-A4E9-4B96-99FC-9969984EBC24}" type="presOf" srcId="{5A07895B-E26B-4F30-B7F7-8DCC33515D6A}" destId="{E1AE4F06-3833-8D41-ADAC-743DE08438AC}" srcOrd="1" destOrd="2" presId="urn:microsoft.com/office/officeart/2005/8/layout/pyramid1"/>
    <dgm:cxn modelId="{C134297D-9591-4D4D-A4A9-8AB21648F344}" type="presParOf" srcId="{DF8CC5DB-3E10-AA45-9EFA-F0B29160441A}" destId="{6DE0DE36-94C7-2C4C-A184-7A038944BC8A}" srcOrd="0" destOrd="0" presId="urn:microsoft.com/office/officeart/2005/8/layout/pyramid1"/>
    <dgm:cxn modelId="{78ABCFF6-0ED2-3140-8FFE-44EC5A0855E2}" type="presParOf" srcId="{6DE0DE36-94C7-2C4C-A184-7A038944BC8A}" destId="{DEE6C26B-29E3-0844-8BBD-62CEC041E4AB}" srcOrd="0" destOrd="0" presId="urn:microsoft.com/office/officeart/2005/8/layout/pyramid1"/>
    <dgm:cxn modelId="{A8A92950-A7EF-A942-9DE7-0C60A623827E}" type="presParOf" srcId="{6DE0DE36-94C7-2C4C-A184-7A038944BC8A}" destId="{B37B86DA-F47E-7C42-AAAA-27023B7CDF56}" srcOrd="1" destOrd="0" presId="urn:microsoft.com/office/officeart/2005/8/layout/pyramid1"/>
    <dgm:cxn modelId="{8BA7BCEA-301C-A94A-869A-EFFD13942A66}" type="presParOf" srcId="{6DE0DE36-94C7-2C4C-A184-7A038944BC8A}" destId="{39FA5025-DE45-5D40-A7F0-9FFED96C5B52}" srcOrd="2" destOrd="0" presId="urn:microsoft.com/office/officeart/2005/8/layout/pyramid1"/>
    <dgm:cxn modelId="{B450AC05-8834-854F-980C-1E3A3628F76A}" type="presParOf" srcId="{6DE0DE36-94C7-2C4C-A184-7A038944BC8A}" destId="{7D579C28-93BD-0D45-A532-EC142F03D2CE}" srcOrd="3" destOrd="0" presId="urn:microsoft.com/office/officeart/2005/8/layout/pyramid1"/>
    <dgm:cxn modelId="{F5E1E0E1-2BBF-6A4A-9EF0-582AD9FCA4E7}" type="presParOf" srcId="{DF8CC5DB-3E10-AA45-9EFA-F0B29160441A}" destId="{E5C4873F-6D4D-074B-B1BF-0AD97CBDAFEA}" srcOrd="1" destOrd="0" presId="urn:microsoft.com/office/officeart/2005/8/layout/pyramid1"/>
    <dgm:cxn modelId="{6BD802C8-78F7-4A4D-9D22-5F373EEED525}" type="presParOf" srcId="{E5C4873F-6D4D-074B-B1BF-0AD97CBDAFEA}" destId="{CE9A240F-9BB0-C046-BCC6-9F6B16F042C7}" srcOrd="0" destOrd="0" presId="urn:microsoft.com/office/officeart/2005/8/layout/pyramid1"/>
    <dgm:cxn modelId="{70716C85-71FE-F948-BE83-940FA46EA5F8}" type="presParOf" srcId="{E5C4873F-6D4D-074B-B1BF-0AD97CBDAFEA}" destId="{E1AE4F06-3833-8D41-ADAC-743DE08438AC}" srcOrd="1" destOrd="0" presId="urn:microsoft.com/office/officeart/2005/8/layout/pyramid1"/>
    <dgm:cxn modelId="{E9820E71-FD0A-874E-81F5-7DAFC34142C7}" type="presParOf" srcId="{E5C4873F-6D4D-074B-B1BF-0AD97CBDAFEA}" destId="{99C94315-4A88-DB4A-B401-38516DB7A927}" srcOrd="2" destOrd="0" presId="urn:microsoft.com/office/officeart/2005/8/layout/pyramid1"/>
    <dgm:cxn modelId="{961AC42B-4929-E549-ABA2-BF2A385141A2}" type="presParOf" srcId="{E5C4873F-6D4D-074B-B1BF-0AD97CBDAFEA}" destId="{12A00B04-614E-5B44-AC53-F22AD472E01B}" srcOrd="3" destOrd="0" presId="urn:microsoft.com/office/officeart/2005/8/layout/pyramid1"/>
    <dgm:cxn modelId="{25FFEAB7-5390-8248-BE03-6DC787F68866}" type="presParOf" srcId="{DF8CC5DB-3E10-AA45-9EFA-F0B29160441A}" destId="{AFD88F85-82F0-2048-9E8D-2C666CB8280D}" srcOrd="2" destOrd="0" presId="urn:microsoft.com/office/officeart/2005/8/layout/pyramid1"/>
    <dgm:cxn modelId="{A1DA64B6-DE4B-884D-8813-30D4C7FDE7FD}" type="presParOf" srcId="{AFD88F85-82F0-2048-9E8D-2C666CB8280D}" destId="{89E25500-782D-E244-A9A4-E2F345691342}" srcOrd="0" destOrd="0" presId="urn:microsoft.com/office/officeart/2005/8/layout/pyramid1"/>
    <dgm:cxn modelId="{CD4673BA-ED85-B94C-B9A8-57017AEE521E}" type="presParOf" srcId="{AFD88F85-82F0-2048-9E8D-2C666CB8280D}" destId="{9788D151-F17F-984F-9E25-3B53AE7BD856}" srcOrd="1" destOrd="0" presId="urn:microsoft.com/office/officeart/2005/8/layout/pyramid1"/>
    <dgm:cxn modelId="{4E269F75-801B-2E44-9A3F-9A5655BF7721}" type="presParOf" srcId="{AFD88F85-82F0-2048-9E8D-2C666CB8280D}" destId="{840FA1D1-97B1-0B42-8B71-7AE96D9B928F}" srcOrd="2" destOrd="0" presId="urn:microsoft.com/office/officeart/2005/8/layout/pyramid1"/>
    <dgm:cxn modelId="{4D0899BF-8C29-1243-8A02-CBF885ABCEA2}" type="presParOf" srcId="{AFD88F85-82F0-2048-9E8D-2C666CB8280D}" destId="{326EE444-EADD-EB4E-91B1-00AE8CB47B1E}" srcOrd="3" destOrd="0" presId="urn:microsoft.com/office/officeart/2005/8/layout/pyramid1"/>
    <dgm:cxn modelId="{5D33C840-E8AF-2A45-BDC4-34BF69388EEA}" type="presParOf" srcId="{DF8CC5DB-3E10-AA45-9EFA-F0B29160441A}" destId="{6F026429-A91A-1145-BF09-DB52ADBEED5B}" srcOrd="3" destOrd="0" presId="urn:microsoft.com/office/officeart/2005/8/layout/pyramid1"/>
    <dgm:cxn modelId="{A4E84AB9-B54D-A347-AC68-0B4910D1DC0D}" type="presParOf" srcId="{6F026429-A91A-1145-BF09-DB52ADBEED5B}" destId="{43CF8D17-429B-5845-A419-033A6AF39329}" srcOrd="0" destOrd="0" presId="urn:microsoft.com/office/officeart/2005/8/layout/pyramid1"/>
    <dgm:cxn modelId="{22549E93-4C97-954C-B761-F9C9D8DC651D}" type="presParOf" srcId="{6F026429-A91A-1145-BF09-DB52ADBEED5B}" destId="{94DA0A45-7EF4-9F40-8CB9-9185D2B15819}" srcOrd="1" destOrd="0" presId="urn:microsoft.com/office/officeart/2005/8/layout/pyramid1"/>
    <dgm:cxn modelId="{C5866A7A-DF1D-8547-9C15-938F49C84A4B}" type="presParOf" srcId="{6F026429-A91A-1145-BF09-DB52ADBEED5B}" destId="{422EABBB-2130-144B-A04B-8E0C6062E042}" srcOrd="2" destOrd="0" presId="urn:microsoft.com/office/officeart/2005/8/layout/pyramid1"/>
    <dgm:cxn modelId="{2B449DE6-91BE-514E-9A82-9AB5A5D02057}" type="presParOf" srcId="{6F026429-A91A-1145-BF09-DB52ADBEED5B}" destId="{E39F8EF9-6F2A-3A4F-909B-4BB237C55348}" srcOrd="3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6C26B-29E3-0844-8BBD-62CEC041E4AB}">
      <dsp:nvSpPr>
        <dsp:cNvPr id="0" name=""/>
        <dsp:cNvSpPr/>
      </dsp:nvSpPr>
      <dsp:spPr>
        <a:xfrm rot="10800000">
          <a:off x="2726699" y="153933"/>
          <a:ext cx="5846029" cy="1252302"/>
        </a:xfrm>
        <a:prstGeom prst="nonIsoscelesTrapezoid">
          <a:avLst>
            <a:gd name="adj1" fmla="val 0"/>
            <a:gd name="adj2" fmla="val 60431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600" b="1" u="sng" kern="1200" dirty="0">
              <a:latin typeface="Meiryo UI" panose="020B0604030504040204" pitchFamily="50" charset="-128"/>
              <a:ea typeface="Meiryo UI" panose="020B0604030504040204" pitchFamily="50" charset="-128"/>
            </a:rPr>
            <a:t>ブラッククラス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100,000P</a:t>
          </a:r>
          <a:r>
            <a:rPr kumimoji="1" lang="ja-JP" altLang="en-US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／月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ASSIST</a:t>
          </a:r>
          <a:r>
            <a:rPr kumimoji="1" lang="ja-JP" altLang="en-US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の評価基準に基づき決定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kumimoji="1" lang="ja-JP" altLang="en-US" sz="1600" b="1" kern="1200" dirty="0"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 rot="10800000">
        <a:off x="3483480" y="153933"/>
        <a:ext cx="5089249" cy="1252302"/>
      </dsp:txXfrm>
    </dsp:sp>
    <dsp:sp modelId="{39FA5025-DE45-5D40-A7F0-9FFED96C5B52}">
      <dsp:nvSpPr>
        <dsp:cNvPr id="0" name=""/>
        <dsp:cNvSpPr/>
      </dsp:nvSpPr>
      <dsp:spPr>
        <a:xfrm>
          <a:off x="1949575" y="0"/>
          <a:ext cx="1513561" cy="1252302"/>
        </a:xfrm>
        <a:prstGeom prst="trapezoid">
          <a:avLst>
            <a:gd name="adj" fmla="val 60431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3000" b="1" kern="12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A1</a:t>
          </a:r>
          <a:endParaRPr lang="ja-JP" altLang="en-US" sz="3000" b="1" kern="1200" dirty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1949575" y="0"/>
        <a:ext cx="1513561" cy="1252302"/>
      </dsp:txXfrm>
    </dsp:sp>
    <dsp:sp modelId="{CE9A240F-9BB0-C046-BCC6-9F6B16F042C7}">
      <dsp:nvSpPr>
        <dsp:cNvPr id="0" name=""/>
        <dsp:cNvSpPr/>
      </dsp:nvSpPr>
      <dsp:spPr>
        <a:xfrm rot="10800000">
          <a:off x="3463136" y="1252302"/>
          <a:ext cx="5089249" cy="1252302"/>
        </a:xfrm>
        <a:prstGeom prst="nonIsoscelesTrapezoid">
          <a:avLst>
            <a:gd name="adj1" fmla="val 0"/>
            <a:gd name="adj2" fmla="val 60431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600" b="1" u="sng" kern="1200" dirty="0">
              <a:latin typeface="Meiryo UI" panose="020B0604030504040204" pitchFamily="50" charset="-128"/>
              <a:ea typeface="Meiryo UI" panose="020B0604030504040204" pitchFamily="50" charset="-128"/>
            </a:rPr>
            <a:t>ゴールドクラス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50,000P</a:t>
          </a:r>
          <a:r>
            <a:rPr kumimoji="1" lang="ja-JP" altLang="en-US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／月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昇格条件：フェアプレー賞</a:t>
          </a:r>
          <a:r>
            <a:rPr kumimoji="1" lang="en-US" altLang="ja-JP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6</a:t>
          </a:r>
          <a:r>
            <a:rPr kumimoji="1" lang="ja-JP" altLang="en-US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回／年</a:t>
          </a:r>
        </a:p>
      </dsp:txBody>
      <dsp:txXfrm rot="10800000">
        <a:off x="4219917" y="1252302"/>
        <a:ext cx="4332468" cy="1252302"/>
      </dsp:txXfrm>
    </dsp:sp>
    <dsp:sp modelId="{99C94315-4A88-DB4A-B401-38516DB7A927}">
      <dsp:nvSpPr>
        <dsp:cNvPr id="0" name=""/>
        <dsp:cNvSpPr/>
      </dsp:nvSpPr>
      <dsp:spPr>
        <a:xfrm>
          <a:off x="1192794" y="1252302"/>
          <a:ext cx="3027123" cy="1252302"/>
        </a:xfrm>
        <a:prstGeom prst="trapezoid">
          <a:avLst>
            <a:gd name="adj" fmla="val 60431"/>
          </a:avLst>
        </a:prstGeom>
        <a:solidFill>
          <a:srgbClr val="BF9B3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3000" b="1" kern="12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A2</a:t>
          </a:r>
        </a:p>
      </dsp:txBody>
      <dsp:txXfrm>
        <a:off x="1722540" y="1252302"/>
        <a:ext cx="1967629" cy="1252302"/>
      </dsp:txXfrm>
    </dsp:sp>
    <dsp:sp modelId="{89E25500-782D-E244-A9A4-E2F345691342}">
      <dsp:nvSpPr>
        <dsp:cNvPr id="0" name=""/>
        <dsp:cNvSpPr/>
      </dsp:nvSpPr>
      <dsp:spPr>
        <a:xfrm rot="10800000">
          <a:off x="4142864" y="2504605"/>
          <a:ext cx="4486574" cy="1252302"/>
        </a:xfrm>
        <a:prstGeom prst="nonIsoscelesTrapezoid">
          <a:avLst>
            <a:gd name="adj1" fmla="val 0"/>
            <a:gd name="adj2" fmla="val 60431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600" b="1" u="sng" kern="1200" dirty="0">
              <a:latin typeface="Meiryo UI" panose="020B0604030504040204" pitchFamily="50" charset="-128"/>
              <a:ea typeface="Meiryo UI" panose="020B0604030504040204" pitchFamily="50" charset="-128"/>
            </a:rPr>
            <a:t>シルバークラス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30,000P</a:t>
          </a:r>
          <a:r>
            <a:rPr kumimoji="1" lang="ja-JP" altLang="en-US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／月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昇格条件：フェアプレー賞</a:t>
          </a:r>
          <a:r>
            <a:rPr kumimoji="1" lang="en-US" altLang="ja-JP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6</a:t>
          </a:r>
          <a:r>
            <a:rPr kumimoji="1" lang="ja-JP" altLang="en-US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回／年</a:t>
          </a:r>
        </a:p>
      </dsp:txBody>
      <dsp:txXfrm rot="10800000">
        <a:off x="4940501" y="2504605"/>
        <a:ext cx="3702874" cy="1252302"/>
      </dsp:txXfrm>
    </dsp:sp>
    <dsp:sp modelId="{840FA1D1-97B1-0B42-8B71-7AE96D9B928F}">
      <dsp:nvSpPr>
        <dsp:cNvPr id="0" name=""/>
        <dsp:cNvSpPr/>
      </dsp:nvSpPr>
      <dsp:spPr>
        <a:xfrm>
          <a:off x="436013" y="2504605"/>
          <a:ext cx="4540684" cy="1252302"/>
        </a:xfrm>
        <a:prstGeom prst="trapezoid">
          <a:avLst>
            <a:gd name="adj" fmla="val 60431"/>
          </a:avLst>
        </a:prstGeom>
        <a:solidFill>
          <a:srgbClr val="C0C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3000" b="1" kern="12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A3</a:t>
          </a:r>
        </a:p>
      </dsp:txBody>
      <dsp:txXfrm>
        <a:off x="1230633" y="2504605"/>
        <a:ext cx="2951444" cy="1252302"/>
      </dsp:txXfrm>
    </dsp:sp>
    <dsp:sp modelId="{43CF8D17-429B-5845-A419-033A6AF39329}">
      <dsp:nvSpPr>
        <dsp:cNvPr id="0" name=""/>
        <dsp:cNvSpPr/>
      </dsp:nvSpPr>
      <dsp:spPr>
        <a:xfrm rot="10800000">
          <a:off x="4320040" y="3756908"/>
          <a:ext cx="4753364" cy="1252302"/>
        </a:xfrm>
        <a:prstGeom prst="nonIsoscelesTrapezoid">
          <a:avLst>
            <a:gd name="adj1" fmla="val 0"/>
            <a:gd name="adj2" fmla="val 60431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600" b="1" u="sng" kern="1200" dirty="0">
              <a:latin typeface="Meiryo UI" panose="020B0604030504040204" pitchFamily="50" charset="-128"/>
              <a:ea typeface="Meiryo UI" panose="020B0604030504040204" pitchFamily="50" charset="-128"/>
            </a:rPr>
            <a:t>ブロンズクラス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10,000P</a:t>
          </a:r>
          <a:r>
            <a:rPr kumimoji="1" lang="ja-JP" altLang="en-US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／月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昇格条件：フェアプレー賞</a:t>
          </a:r>
          <a:r>
            <a:rPr kumimoji="1" lang="en-US" altLang="ja-JP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6</a:t>
          </a:r>
          <a:r>
            <a:rPr kumimoji="1" lang="ja-JP" altLang="en-US" sz="1600" b="1" kern="1200" dirty="0">
              <a:latin typeface="Meiryo UI" panose="020B0604030504040204" pitchFamily="50" charset="-128"/>
              <a:ea typeface="Meiryo UI" panose="020B0604030504040204" pitchFamily="50" charset="-128"/>
            </a:rPr>
            <a:t>回／年　　　　　</a:t>
          </a:r>
        </a:p>
      </dsp:txBody>
      <dsp:txXfrm rot="10800000">
        <a:off x="5515442" y="3756908"/>
        <a:ext cx="3738778" cy="1252302"/>
      </dsp:txXfrm>
    </dsp:sp>
    <dsp:sp modelId="{422EABBB-2130-144B-A04B-8E0C6062E042}">
      <dsp:nvSpPr>
        <dsp:cNvPr id="0" name=""/>
        <dsp:cNvSpPr/>
      </dsp:nvSpPr>
      <dsp:spPr>
        <a:xfrm>
          <a:off x="-332427" y="3756908"/>
          <a:ext cx="6043463" cy="1252302"/>
        </a:xfrm>
        <a:prstGeom prst="trapezoid">
          <a:avLst>
            <a:gd name="adj" fmla="val 60431"/>
          </a:avLst>
        </a:prstGeom>
        <a:solidFill>
          <a:srgbClr val="9E6F4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000" b="1" kern="12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A4</a:t>
          </a:r>
          <a:endParaRPr kumimoji="1" lang="ja-JP" altLang="en-US" sz="3000" b="1" kern="1200" dirty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sp:txBody>
      <dsp:txXfrm>
        <a:off x="725178" y="3756908"/>
        <a:ext cx="3928251" cy="1252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88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6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6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6868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73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6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3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25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84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29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23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6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74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288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02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2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0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58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588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647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25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40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804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865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603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939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535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620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030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922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477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6061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535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5894955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93736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042117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01786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0350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03162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812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851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7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55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128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046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007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054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545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076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9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46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2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 descr="雪が降った山&#10;&#10;AI 生成コンテンツは誤りを含む可能性があります。">
            <a:extLst>
              <a:ext uri="{FF2B5EF4-FFF2-40B4-BE49-F238E27FC236}">
                <a16:creationId xmlns:a16="http://schemas.microsoft.com/office/drawing/2014/main" id="{69438F35-10AA-E51E-5AEE-40AF93CD2F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D335BE-E49B-3375-E125-0F858B74E2B6}"/>
              </a:ext>
            </a:extLst>
          </p:cNvPr>
          <p:cNvSpPr txBox="1"/>
          <p:nvPr/>
        </p:nvSpPr>
        <p:spPr>
          <a:xfrm>
            <a:off x="2053866" y="2121638"/>
            <a:ext cx="808426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400" b="1" dirty="0"/>
              <a:t>株式会社</a:t>
            </a:r>
            <a:r>
              <a:rPr lang="en-US" altLang="ja-JP" sz="4400" b="1" dirty="0"/>
              <a:t>ASSIST</a:t>
            </a:r>
          </a:p>
          <a:p>
            <a:pPr algn="ctr"/>
            <a:r>
              <a:rPr kumimoji="1" lang="ja-JP" altLang="en-US" sz="4400" b="1" dirty="0"/>
              <a:t>セールスプロモーション事業部</a:t>
            </a:r>
            <a:endParaRPr kumimoji="1" lang="en-US" altLang="ja-JP" sz="4400" b="1" dirty="0"/>
          </a:p>
          <a:p>
            <a:pPr algn="ctr"/>
            <a:r>
              <a:rPr kumimoji="1" lang="ja-JP" altLang="en-US" sz="4400" b="1" dirty="0"/>
              <a:t>～評価制度～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CE5624-5301-7091-BECF-172A4DA8C2A5}"/>
              </a:ext>
            </a:extLst>
          </p:cNvPr>
          <p:cNvSpPr txBox="1"/>
          <p:nvPr/>
        </p:nvSpPr>
        <p:spPr>
          <a:xfrm>
            <a:off x="4995332" y="5925235"/>
            <a:ext cx="220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株式会社</a:t>
            </a:r>
            <a:r>
              <a:rPr kumimoji="1" lang="en-US" altLang="ja-JP" b="1" dirty="0"/>
              <a:t>ASSIST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人事部</a:t>
            </a:r>
          </a:p>
        </p:txBody>
      </p:sp>
      <p:pic>
        <p:nvPicPr>
          <p:cNvPr id="12" name="図 11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A5C8964-C836-3F2C-DC0C-2B3E42B938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25452" r="28038"/>
          <a:stretch>
            <a:fillRect/>
          </a:stretch>
        </p:blipFill>
        <p:spPr>
          <a:xfrm>
            <a:off x="9745296" y="3776133"/>
            <a:ext cx="2347448" cy="2990918"/>
          </a:xfrm>
          <a:prstGeom prst="rect">
            <a:avLst/>
          </a:prstGeom>
        </p:spPr>
      </p:pic>
      <p:pic>
        <p:nvPicPr>
          <p:cNvPr id="13" name="図 12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B9862712-B908-A686-9A17-5CC0E301C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96" y="218701"/>
            <a:ext cx="3929196" cy="69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3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D0337-C4DE-0E55-6777-3BFA02DD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 descr="雪が降った山&#10;&#10;AI 生成コンテンツは誤りを含む可能性があります。">
            <a:extLst>
              <a:ext uri="{FF2B5EF4-FFF2-40B4-BE49-F238E27FC236}">
                <a16:creationId xmlns:a16="http://schemas.microsoft.com/office/drawing/2014/main" id="{8376052A-740C-DFF6-938F-3E4F7B011A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7045BA95-72D7-E6CB-E5D9-E3B89F77F3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9353850"/>
              </p:ext>
            </p:extLst>
          </p:nvPr>
        </p:nvGraphicFramePr>
        <p:xfrm>
          <a:off x="438352" y="1608666"/>
          <a:ext cx="8903303" cy="5009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B87E7B4E-4898-9A58-F27D-2AFDA76D2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15" y="-2"/>
            <a:ext cx="10652760" cy="969264"/>
          </a:xfrm>
        </p:spPr>
        <p:txBody>
          <a:bodyPr anchor="ctr">
            <a:normAutofit/>
          </a:bodyPr>
          <a:lstStyle/>
          <a:p>
            <a:r>
              <a:rPr kumimoji="1"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セールスプロモーション事業部　評価制度</a:t>
            </a:r>
            <a:r>
              <a:rPr kumimoji="1"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右中かっこ 4">
            <a:extLst>
              <a:ext uri="{FF2B5EF4-FFF2-40B4-BE49-F238E27FC236}">
                <a16:creationId xmlns:a16="http://schemas.microsoft.com/office/drawing/2014/main" id="{6CE90D5F-7971-205D-E517-893AEEA5B06D}"/>
              </a:ext>
            </a:extLst>
          </p:cNvPr>
          <p:cNvSpPr/>
          <p:nvPr/>
        </p:nvSpPr>
        <p:spPr>
          <a:xfrm>
            <a:off x="8952782" y="1608666"/>
            <a:ext cx="414867" cy="3640666"/>
          </a:xfrm>
          <a:prstGeom prst="rightBrace">
            <a:avLst>
              <a:gd name="adj1" fmla="val 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34CE52E-1972-EF8D-1F91-59EE17271751}"/>
              </a:ext>
            </a:extLst>
          </p:cNvPr>
          <p:cNvSpPr/>
          <p:nvPr/>
        </p:nvSpPr>
        <p:spPr>
          <a:xfrm>
            <a:off x="9440911" y="2625052"/>
            <a:ext cx="2651833" cy="12188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>
                <a:solidFill>
                  <a:schemeClr val="tx1"/>
                </a:solidFill>
              </a:rPr>
              <a:t>※</a:t>
            </a:r>
            <a:r>
              <a:rPr lang="ja-JP" altLang="en-US" sz="1600" dirty="0">
                <a:solidFill>
                  <a:schemeClr val="tx1"/>
                </a:solidFill>
              </a:rPr>
              <a:t>シルバークラス以降、成果・</a:t>
            </a:r>
            <a:r>
              <a:rPr lang="en-US" altLang="ja-JP" sz="1600" dirty="0">
                <a:solidFill>
                  <a:schemeClr val="tx1"/>
                </a:solidFill>
              </a:rPr>
              <a:t>ASSIST</a:t>
            </a:r>
            <a:r>
              <a:rPr lang="ja-JP" altLang="en-US" sz="1600" dirty="0">
                <a:solidFill>
                  <a:schemeClr val="tx1"/>
                </a:solidFill>
              </a:rPr>
              <a:t>評価軸に基づいた総合的な判断により、本社勤務の打診可能性有り。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pic>
        <p:nvPicPr>
          <p:cNvPr id="8" name="図 7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F097AFC-6D7F-BC20-1460-7B922D0C69C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rcRect l="25452" r="28038"/>
          <a:stretch>
            <a:fillRect/>
          </a:stretch>
        </p:blipFill>
        <p:spPr>
          <a:xfrm>
            <a:off x="9745296" y="3776133"/>
            <a:ext cx="2347448" cy="299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5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C56D-551E-1A08-A7F9-C47A7593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 descr="雪が降った山&#10;&#10;AI 生成コンテンツは誤りを含む可能性があります。">
            <a:extLst>
              <a:ext uri="{FF2B5EF4-FFF2-40B4-BE49-F238E27FC236}">
                <a16:creationId xmlns:a16="http://schemas.microsoft.com/office/drawing/2014/main" id="{5F0C847B-2EB2-1312-47B0-7D810F99FA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6D258AC0-E887-5E4B-3015-B711C417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15" y="-2"/>
            <a:ext cx="10652760" cy="969264"/>
          </a:xfrm>
        </p:spPr>
        <p:txBody>
          <a:bodyPr anchor="ctr">
            <a:normAutofit/>
          </a:bodyPr>
          <a:lstStyle/>
          <a:p>
            <a:r>
              <a:rPr kumimoji="1"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セールスプロモーション事業部　</a:t>
            </a:r>
            <a:r>
              <a:rPr kumimoji="1"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ASSISTPOINT-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" name="図 3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665DD59-ACD1-4CED-B67F-62A3A5282A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25452" r="28038"/>
          <a:stretch>
            <a:fillRect/>
          </a:stretch>
        </p:blipFill>
        <p:spPr>
          <a:xfrm>
            <a:off x="9745296" y="3776133"/>
            <a:ext cx="2347448" cy="299091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BEE5C45-B5CD-E68F-3AF1-137279AB0978}"/>
              </a:ext>
            </a:extLst>
          </p:cNvPr>
          <p:cNvSpPr txBox="1"/>
          <p:nvPr/>
        </p:nvSpPr>
        <p:spPr>
          <a:xfrm>
            <a:off x="352213" y="3508178"/>
            <a:ext cx="9194799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【</a:t>
            </a:r>
            <a:r>
              <a:rPr kumimoji="1" lang="ja-JP" altLang="en-US" b="1" dirty="0"/>
              <a:t>ポイント還元率</a:t>
            </a:r>
            <a:r>
              <a:rPr kumimoji="1" lang="en-US" altLang="ja-JP" b="1" dirty="0"/>
              <a:t>】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ja-JP" altLang="en-US" sz="1600" dirty="0"/>
              <a:t>勤怠</a:t>
            </a:r>
            <a:r>
              <a:rPr lang="en-US" altLang="ja-JP" sz="1600" dirty="0"/>
              <a:t>(</a:t>
            </a:r>
            <a:r>
              <a:rPr lang="ja-JP" altLang="en-US" sz="1600" dirty="0"/>
              <a:t>欠席・遅刻・早退</a:t>
            </a:r>
            <a:r>
              <a:rPr lang="en-US" altLang="ja-JP" sz="1600" dirty="0"/>
              <a:t>)</a:t>
            </a:r>
            <a:r>
              <a:rPr lang="ja-JP" altLang="en-US" sz="1600" dirty="0"/>
              <a:t>状況により下記の還元率でポイントを還元。</a:t>
            </a:r>
            <a:endParaRPr lang="en-US" altLang="ja-JP" sz="1600" dirty="0"/>
          </a:p>
          <a:p>
            <a:r>
              <a:rPr lang="ja-JP" altLang="en-US" sz="1600" dirty="0"/>
              <a:t>・</a:t>
            </a:r>
            <a:r>
              <a:rPr kumimoji="1" lang="en-US" altLang="ja-JP" sz="1600" dirty="0"/>
              <a:t>1</a:t>
            </a:r>
            <a:r>
              <a:rPr kumimoji="1" lang="ja-JP" altLang="en-US" sz="1600" dirty="0"/>
              <a:t>ペナルティ：</a:t>
            </a:r>
            <a:r>
              <a:rPr kumimoji="1" lang="en-US" altLang="ja-JP" sz="1600" dirty="0"/>
              <a:t>8</a:t>
            </a:r>
            <a:r>
              <a:rPr lang="en-US" altLang="ja-JP" sz="1600" dirty="0"/>
              <a:t>0</a:t>
            </a:r>
            <a:r>
              <a:rPr kumimoji="1" lang="ja-JP" altLang="en-US" sz="1600" dirty="0"/>
              <a:t>％</a:t>
            </a:r>
            <a:endParaRPr kumimoji="1" lang="en-US" altLang="ja-JP" sz="1600" dirty="0"/>
          </a:p>
          <a:p>
            <a:r>
              <a:rPr lang="ja-JP" altLang="en-US" sz="1600" dirty="0"/>
              <a:t>・</a:t>
            </a:r>
            <a:r>
              <a:rPr lang="en-US" altLang="ja-JP" sz="1600" dirty="0"/>
              <a:t>2</a:t>
            </a:r>
            <a:r>
              <a:rPr lang="ja-JP" altLang="en-US" sz="1600" dirty="0"/>
              <a:t>ペナルティ：</a:t>
            </a:r>
            <a:r>
              <a:rPr lang="en-US" altLang="ja-JP" sz="1600" dirty="0"/>
              <a:t>70</a:t>
            </a:r>
            <a:r>
              <a:rPr lang="ja-JP" altLang="en-US" sz="1600" dirty="0"/>
              <a:t>％</a:t>
            </a:r>
            <a:endParaRPr lang="en-US" altLang="ja-JP" sz="1600" dirty="0"/>
          </a:p>
          <a:p>
            <a:r>
              <a:rPr lang="ja-JP" altLang="en-US" sz="1600" dirty="0"/>
              <a:t>・</a:t>
            </a:r>
            <a:r>
              <a:rPr lang="en-US" altLang="ja-JP" sz="1600" dirty="0"/>
              <a:t>3</a:t>
            </a:r>
            <a:r>
              <a:rPr lang="ja-JP" altLang="en-US" sz="1600" dirty="0"/>
              <a:t>ペナルティ：</a:t>
            </a:r>
            <a:r>
              <a:rPr lang="en-US" altLang="ja-JP" sz="1600" dirty="0"/>
              <a:t>60</a:t>
            </a:r>
            <a:r>
              <a:rPr lang="ja-JP" altLang="en-US" sz="1600" dirty="0"/>
              <a:t>％</a:t>
            </a:r>
            <a:endParaRPr lang="en-US" altLang="ja-JP" sz="1600" dirty="0"/>
          </a:p>
          <a:p>
            <a:r>
              <a:rPr lang="ja-JP" altLang="en-US" sz="1600" dirty="0"/>
              <a:t>・</a:t>
            </a:r>
            <a:r>
              <a:rPr lang="en-US" altLang="ja-JP" sz="1600" dirty="0"/>
              <a:t>4</a:t>
            </a:r>
            <a:r>
              <a:rPr lang="ja-JP" altLang="en-US" sz="1600" dirty="0"/>
              <a:t>ペナルティ：</a:t>
            </a:r>
            <a:r>
              <a:rPr lang="en-US" altLang="ja-JP" sz="1600" dirty="0"/>
              <a:t>50</a:t>
            </a:r>
            <a:r>
              <a:rPr lang="ja-JP" altLang="en-US" sz="1600" dirty="0"/>
              <a:t>％</a:t>
            </a:r>
            <a:endParaRPr lang="en-US" altLang="ja-JP" sz="1600" dirty="0"/>
          </a:p>
          <a:p>
            <a:r>
              <a:rPr lang="ja-JP" altLang="en-US" sz="1600" dirty="0"/>
              <a:t>・</a:t>
            </a:r>
            <a:r>
              <a:rPr lang="en-US" altLang="ja-JP" sz="1600" dirty="0"/>
              <a:t>5</a:t>
            </a:r>
            <a:r>
              <a:rPr lang="ja-JP" altLang="en-US" sz="1600" dirty="0"/>
              <a:t>ペナルティ：</a:t>
            </a:r>
            <a:r>
              <a:rPr lang="en-US" altLang="ja-JP" sz="1600" dirty="0"/>
              <a:t>40</a:t>
            </a:r>
            <a:r>
              <a:rPr lang="ja-JP" altLang="en-US" sz="1600" dirty="0"/>
              <a:t>％</a:t>
            </a:r>
            <a:endParaRPr lang="en-US" altLang="ja-JP" sz="1600" dirty="0"/>
          </a:p>
          <a:p>
            <a:r>
              <a:rPr lang="ja-JP" altLang="en-US" sz="1600" dirty="0"/>
              <a:t>・</a:t>
            </a:r>
            <a:r>
              <a:rPr lang="en-US" altLang="ja-JP" sz="1600" dirty="0"/>
              <a:t>6</a:t>
            </a:r>
            <a:r>
              <a:rPr lang="ja-JP" altLang="en-US" sz="1600" dirty="0"/>
              <a:t>ペナルティ：</a:t>
            </a:r>
            <a:r>
              <a:rPr lang="en-US" altLang="ja-JP" sz="1600" dirty="0"/>
              <a:t>30</a:t>
            </a:r>
            <a:r>
              <a:rPr lang="ja-JP" altLang="en-US" sz="1600" dirty="0"/>
              <a:t>％</a:t>
            </a:r>
            <a:endParaRPr lang="en-US" altLang="ja-JP" sz="1600" dirty="0"/>
          </a:p>
          <a:p>
            <a:r>
              <a:rPr lang="ja-JP" altLang="en-US" sz="1600" dirty="0"/>
              <a:t>・</a:t>
            </a:r>
            <a:r>
              <a:rPr lang="en-US" altLang="ja-JP" sz="1600" dirty="0"/>
              <a:t>7</a:t>
            </a:r>
            <a:r>
              <a:rPr lang="ja-JP" altLang="en-US" sz="1600" dirty="0"/>
              <a:t>ペナルティ：</a:t>
            </a:r>
            <a:r>
              <a:rPr lang="en-US" altLang="ja-JP" sz="1600" dirty="0"/>
              <a:t>20</a:t>
            </a:r>
            <a:r>
              <a:rPr lang="ja-JP" altLang="en-US" sz="1600" dirty="0"/>
              <a:t>％</a:t>
            </a:r>
            <a:endParaRPr lang="en-US" altLang="ja-JP" sz="1600" dirty="0"/>
          </a:p>
          <a:p>
            <a:r>
              <a:rPr lang="ja-JP" altLang="en-US" sz="1600" dirty="0"/>
              <a:t>・</a:t>
            </a:r>
            <a:r>
              <a:rPr lang="en-US" altLang="ja-JP" sz="1600" dirty="0"/>
              <a:t>8</a:t>
            </a:r>
            <a:r>
              <a:rPr lang="ja-JP" altLang="en-US" sz="1600" dirty="0"/>
              <a:t>ペナルティ：</a:t>
            </a:r>
            <a:r>
              <a:rPr lang="en-US" altLang="ja-JP" sz="1600" dirty="0"/>
              <a:t>10</a:t>
            </a:r>
            <a:r>
              <a:rPr lang="ja-JP" altLang="en-US" sz="1600" dirty="0"/>
              <a:t>％</a:t>
            </a:r>
            <a:endParaRPr lang="en-US" altLang="ja-JP" sz="1600" dirty="0"/>
          </a:p>
          <a:p>
            <a:r>
              <a:rPr lang="ja-JP" altLang="en-US" sz="1600" dirty="0"/>
              <a:t>・</a:t>
            </a:r>
            <a:r>
              <a:rPr lang="en-US" altLang="ja-JP" sz="1600" dirty="0"/>
              <a:t>9</a:t>
            </a:r>
            <a:r>
              <a:rPr lang="ja-JP" altLang="en-US" sz="1600" dirty="0"/>
              <a:t>ペナルティ以降：</a:t>
            </a:r>
            <a:r>
              <a:rPr lang="en-US" altLang="ja-JP" sz="1600" dirty="0"/>
              <a:t>0</a:t>
            </a:r>
            <a:r>
              <a:rPr lang="ja-JP" altLang="en-US" sz="1600" dirty="0"/>
              <a:t>％</a:t>
            </a:r>
            <a:endParaRPr lang="en-US" altLang="ja-JP" sz="1600" dirty="0"/>
          </a:p>
          <a:p>
            <a:r>
              <a:rPr lang="ja-JP" altLang="en-US" sz="1600" dirty="0">
                <a:solidFill>
                  <a:srgbClr val="FF0000"/>
                </a:solidFill>
              </a:rPr>
              <a:t>　</a:t>
            </a:r>
            <a:r>
              <a:rPr lang="en-US" altLang="ja-JP" sz="1600" dirty="0">
                <a:solidFill>
                  <a:srgbClr val="FF0000"/>
                </a:solidFill>
              </a:rPr>
              <a:t>※</a:t>
            </a:r>
            <a:r>
              <a:rPr lang="ja-JP" altLang="en-US" sz="1600" dirty="0">
                <a:solidFill>
                  <a:srgbClr val="FF0000"/>
                </a:solidFill>
              </a:rPr>
              <a:t>いかなる理由・状況であっても、欠席・遅刻・早退があった場合は対象とする。</a:t>
            </a:r>
            <a:endParaRPr lang="en-US" altLang="ja-JP" sz="1600" dirty="0">
              <a:solidFill>
                <a:srgbClr val="FF0000"/>
              </a:solidFill>
            </a:endParaRPr>
          </a:p>
          <a:p>
            <a:endParaRPr kumimoji="1" lang="en-US" altLang="ja-JP" sz="1600" dirty="0"/>
          </a:p>
          <a:p>
            <a:endParaRPr kumimoji="1" lang="ja-JP" altLang="en-US" sz="1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D3EDBBB-07CE-5EE6-E00E-E19348E19494}"/>
              </a:ext>
            </a:extLst>
          </p:cNvPr>
          <p:cNvSpPr txBox="1"/>
          <p:nvPr/>
        </p:nvSpPr>
        <p:spPr>
          <a:xfrm>
            <a:off x="4949612" y="1165700"/>
            <a:ext cx="102446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b="1" dirty="0"/>
              <a:t>【</a:t>
            </a:r>
            <a:r>
              <a:rPr lang="ja-JP" altLang="en-US" sz="1600" b="1" dirty="0"/>
              <a:t>ポイント精算条件</a:t>
            </a:r>
            <a:r>
              <a:rPr lang="en-US" altLang="ja-JP" sz="1600" b="1" dirty="0"/>
              <a:t>】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ja-JP" altLang="en-US" sz="1600" dirty="0"/>
              <a:t>ポイント精算</a:t>
            </a:r>
            <a:r>
              <a:rPr lang="en-US" altLang="ja-JP" sz="1600" dirty="0"/>
              <a:t>(</a:t>
            </a:r>
            <a:r>
              <a:rPr lang="ja-JP" altLang="en-US" sz="1600" dirty="0"/>
              <a:t>給与振り込み</a:t>
            </a:r>
            <a:r>
              <a:rPr lang="en-US" altLang="ja-JP" sz="1600" dirty="0"/>
              <a:t>)</a:t>
            </a:r>
            <a:r>
              <a:rPr lang="ja-JP" altLang="en-US" sz="1600" dirty="0"/>
              <a:t>条件は下記の通りとする。</a:t>
            </a:r>
            <a:endParaRPr lang="en-US" altLang="ja-JP" sz="1600" dirty="0"/>
          </a:p>
          <a:p>
            <a:r>
              <a:rPr kumimoji="1" lang="ja-JP" altLang="en-US" sz="1600" dirty="0"/>
              <a:t>・毎年、入社月の翌月</a:t>
            </a:r>
            <a:r>
              <a:rPr kumimoji="1" lang="en-US" altLang="ja-JP" sz="1600" dirty="0"/>
              <a:t>15</a:t>
            </a:r>
            <a:r>
              <a:rPr kumimoji="1" lang="ja-JP" altLang="en-US" sz="1600" dirty="0"/>
              <a:t>日にポイント精算 </a:t>
            </a:r>
            <a:r>
              <a:rPr kumimoji="1" lang="en-US" altLang="ja-JP" sz="1600" dirty="0"/>
              <a:t>(</a:t>
            </a:r>
            <a:r>
              <a:rPr kumimoji="1" lang="ja-JP" altLang="en-US" sz="1600" dirty="0"/>
              <a:t>給与振込</a:t>
            </a:r>
            <a:r>
              <a:rPr kumimoji="1" lang="en-US" altLang="ja-JP" sz="1600" dirty="0"/>
              <a:t>)</a:t>
            </a:r>
            <a:r>
              <a:rPr kumimoji="1" lang="ja-JP" altLang="en-US" sz="1600" dirty="0"/>
              <a:t>。</a:t>
            </a:r>
            <a:endParaRPr kumimoji="1" lang="en-US" altLang="ja-JP" sz="1600" dirty="0"/>
          </a:p>
          <a:p>
            <a:r>
              <a:rPr lang="ja-JP" altLang="en-US" sz="1600" dirty="0">
                <a:solidFill>
                  <a:srgbClr val="FF0000"/>
                </a:solidFill>
              </a:rPr>
              <a:t>　</a:t>
            </a:r>
            <a:r>
              <a:rPr lang="en-US" altLang="ja-JP" sz="1600" dirty="0">
                <a:solidFill>
                  <a:srgbClr val="FF0000"/>
                </a:solidFill>
              </a:rPr>
              <a:t>※</a:t>
            </a:r>
            <a:r>
              <a:rPr lang="ja-JP" altLang="en-US" sz="1600" dirty="0">
                <a:solidFill>
                  <a:srgbClr val="FF0000"/>
                </a:solidFill>
              </a:rPr>
              <a:t>上記以外でのポイント精算不可</a:t>
            </a:r>
            <a:endParaRPr kumimoji="1" lang="en-US" altLang="ja-JP" sz="1600" dirty="0">
              <a:solidFill>
                <a:srgbClr val="FF0000"/>
              </a:solidFill>
            </a:endParaRPr>
          </a:p>
          <a:p>
            <a:r>
              <a:rPr kumimoji="1" lang="ja-JP" altLang="en-US" sz="1600" dirty="0"/>
              <a:t>・退職時のポイント還元は不可。</a:t>
            </a:r>
            <a:endParaRPr kumimoji="1" lang="en-US" altLang="ja-JP" sz="1600" dirty="0"/>
          </a:p>
          <a:p>
            <a:r>
              <a:rPr lang="ja-JP" altLang="en-US" sz="1600" dirty="0">
                <a:solidFill>
                  <a:srgbClr val="FF0000"/>
                </a:solidFill>
              </a:rPr>
              <a:t>　</a:t>
            </a:r>
            <a:r>
              <a:rPr lang="en-US" altLang="ja-JP" sz="1600" dirty="0">
                <a:solidFill>
                  <a:srgbClr val="FF0000"/>
                </a:solidFill>
              </a:rPr>
              <a:t>※</a:t>
            </a:r>
            <a:r>
              <a:rPr kumimoji="1" lang="ja-JP" altLang="en-US" sz="1600" dirty="0">
                <a:solidFill>
                  <a:srgbClr val="FF0000"/>
                </a:solidFill>
              </a:rPr>
              <a:t>但し、</a:t>
            </a:r>
            <a:r>
              <a:rPr lang="ja-JP" altLang="en-US" sz="1600" dirty="0">
                <a:solidFill>
                  <a:srgbClr val="FF0000"/>
                </a:solidFill>
              </a:rPr>
              <a:t>当社</a:t>
            </a:r>
            <a:r>
              <a:rPr kumimoji="1" lang="ja-JP" altLang="en-US" sz="1600" dirty="0">
                <a:solidFill>
                  <a:srgbClr val="FF0000"/>
                </a:solidFill>
              </a:rPr>
              <a:t>キャリアアドバイザー経由で退職した</a:t>
            </a:r>
            <a:r>
              <a:rPr lang="ja-JP" altLang="en-US" sz="1600" dirty="0">
                <a:solidFill>
                  <a:srgbClr val="FF0000"/>
                </a:solidFill>
              </a:rPr>
              <a:t>場合のみ、還元可能。</a:t>
            </a:r>
            <a:endParaRPr kumimoji="1" lang="en-US" altLang="ja-JP" sz="1600" dirty="0">
              <a:solidFill>
                <a:srgbClr val="FF0000"/>
              </a:solidFill>
            </a:endParaRPr>
          </a:p>
          <a:p>
            <a:endParaRPr kumimoji="1" lang="en-US" altLang="ja-JP" sz="16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581624E-2C6E-CCC3-A583-2A2823C7CCF5}"/>
              </a:ext>
            </a:extLst>
          </p:cNvPr>
          <p:cNvSpPr txBox="1"/>
          <p:nvPr/>
        </p:nvSpPr>
        <p:spPr>
          <a:xfrm>
            <a:off x="352213" y="1165700"/>
            <a:ext cx="594408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/>
              <a:t>【</a:t>
            </a:r>
            <a:r>
              <a:rPr lang="ja-JP" altLang="en-US" b="1" dirty="0"/>
              <a:t>ポイント付与</a:t>
            </a:r>
            <a:r>
              <a:rPr lang="en-US" altLang="ja-JP" b="1" dirty="0"/>
              <a:t>】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ja-JP" altLang="en-US" sz="1600" dirty="0"/>
              <a:t>各クラス毎のポイント支給額は下記。</a:t>
            </a:r>
            <a:endParaRPr lang="en-US" altLang="ja-JP" sz="1600" dirty="0"/>
          </a:p>
          <a:p>
            <a:r>
              <a:rPr lang="ja-JP" altLang="en-US" sz="1600" dirty="0"/>
              <a:t>・ブロンズ</a:t>
            </a:r>
            <a:r>
              <a:rPr lang="en-US" altLang="ja-JP" sz="1600" dirty="0"/>
              <a:t>(A4)</a:t>
            </a:r>
            <a:r>
              <a:rPr lang="ja-JP" altLang="en-US" sz="1600" dirty="0"/>
              <a:t>：</a:t>
            </a:r>
            <a:r>
              <a:rPr lang="en-US" altLang="ja-JP" sz="1600" dirty="0"/>
              <a:t>10,000P</a:t>
            </a:r>
            <a:r>
              <a:rPr lang="ja-JP" altLang="en-US" sz="1600" dirty="0"/>
              <a:t>／月</a:t>
            </a:r>
            <a:r>
              <a:rPr lang="en-US" altLang="ja-JP" sz="1600" dirty="0"/>
              <a:t>    </a:t>
            </a:r>
          </a:p>
          <a:p>
            <a:r>
              <a:rPr kumimoji="1" lang="ja-JP" altLang="en-US" sz="1600" dirty="0"/>
              <a:t>・シルバー</a:t>
            </a:r>
            <a:r>
              <a:rPr kumimoji="1" lang="en-US" altLang="ja-JP" sz="1600" dirty="0"/>
              <a:t>(A3)</a:t>
            </a:r>
            <a:r>
              <a:rPr kumimoji="1" lang="ja-JP" altLang="en-US" sz="1600" dirty="0"/>
              <a:t>：</a:t>
            </a:r>
            <a:r>
              <a:rPr lang="en-US" altLang="ja-JP" sz="1600" dirty="0"/>
              <a:t>30,000P</a:t>
            </a:r>
            <a:r>
              <a:rPr lang="ja-JP" altLang="en-US" sz="1600" dirty="0"/>
              <a:t>／月</a:t>
            </a:r>
            <a:endParaRPr kumimoji="1" lang="en-US" altLang="ja-JP" sz="1600" dirty="0"/>
          </a:p>
          <a:p>
            <a:r>
              <a:rPr lang="ja-JP" altLang="en-US" sz="1600" dirty="0"/>
              <a:t>・ゴールド</a:t>
            </a:r>
            <a:r>
              <a:rPr lang="en-US" altLang="ja-JP" sz="1600" dirty="0"/>
              <a:t>(A2)</a:t>
            </a:r>
            <a:r>
              <a:rPr lang="ja-JP" altLang="en-US" sz="1600" dirty="0"/>
              <a:t>：</a:t>
            </a:r>
            <a:r>
              <a:rPr lang="en-US" altLang="ja-JP" sz="1600" dirty="0"/>
              <a:t>50,000P</a:t>
            </a:r>
            <a:r>
              <a:rPr lang="ja-JP" altLang="en-US" sz="1600" dirty="0"/>
              <a:t>／月</a:t>
            </a:r>
            <a:endParaRPr lang="en-US" altLang="ja-JP" sz="1600" dirty="0"/>
          </a:p>
          <a:p>
            <a:r>
              <a:rPr kumimoji="1" lang="ja-JP" altLang="en-US" sz="1600" dirty="0"/>
              <a:t>・ブラック</a:t>
            </a:r>
            <a:r>
              <a:rPr kumimoji="1" lang="en-US" altLang="ja-JP" sz="1600" dirty="0"/>
              <a:t>(A1)</a:t>
            </a:r>
            <a:r>
              <a:rPr lang="ja-JP" altLang="en-US" sz="1600" dirty="0"/>
              <a:t> ：</a:t>
            </a:r>
            <a:r>
              <a:rPr lang="en-US" altLang="ja-JP" sz="1600" dirty="0"/>
              <a:t>100,000P</a:t>
            </a:r>
            <a:r>
              <a:rPr lang="ja-JP" altLang="en-US" sz="1600" dirty="0"/>
              <a:t>／月</a:t>
            </a:r>
            <a:endParaRPr lang="en-US" altLang="ja-JP" sz="1600" dirty="0"/>
          </a:p>
          <a:p>
            <a:r>
              <a:rPr kumimoji="1" lang="ja-JP" altLang="en-US" sz="1600" dirty="0">
                <a:solidFill>
                  <a:srgbClr val="FF0000"/>
                </a:solidFill>
              </a:rPr>
              <a:t>　</a:t>
            </a:r>
            <a:r>
              <a:rPr kumimoji="1" lang="en-US" altLang="ja-JP" sz="1600" dirty="0">
                <a:solidFill>
                  <a:srgbClr val="FF0000"/>
                </a:solidFill>
              </a:rPr>
              <a:t>※1P=1</a:t>
            </a:r>
            <a:r>
              <a:rPr kumimoji="1" lang="ja-JP" altLang="en-US" sz="1600" dirty="0">
                <a:solidFill>
                  <a:srgbClr val="FF0000"/>
                </a:solidFill>
              </a:rPr>
              <a:t>円。</a:t>
            </a:r>
            <a:endParaRPr kumimoji="1" lang="en-US" altLang="ja-JP" sz="1600" dirty="0">
              <a:solidFill>
                <a:srgbClr val="FF0000"/>
              </a:solidFill>
            </a:endParaRPr>
          </a:p>
          <a:p>
            <a:endParaRPr lang="en-US" altLang="ja-JP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386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38D40-FC77-CE90-342A-36D18454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 descr="雪が降った山&#10;&#10;AI 生成コンテンツは誤りを含む可能性があります。">
            <a:extLst>
              <a:ext uri="{FF2B5EF4-FFF2-40B4-BE49-F238E27FC236}">
                <a16:creationId xmlns:a16="http://schemas.microsoft.com/office/drawing/2014/main" id="{8DE29623-F2DA-B605-8C3C-5FDE292375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AFD99911-FEA0-F2D9-602C-5E6AA77978BE}"/>
              </a:ext>
            </a:extLst>
          </p:cNvPr>
          <p:cNvSpPr txBox="1">
            <a:spLocks/>
          </p:cNvSpPr>
          <p:nvPr/>
        </p:nvSpPr>
        <p:spPr>
          <a:xfrm>
            <a:off x="210891" y="0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株式会社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ASSIST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の評価基準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1D1C69A-AAF8-282E-32F8-77AD1D3893C2}"/>
              </a:ext>
            </a:extLst>
          </p:cNvPr>
          <p:cNvGrpSpPr/>
          <p:nvPr/>
        </p:nvGrpSpPr>
        <p:grpSpPr>
          <a:xfrm>
            <a:off x="210891" y="3326043"/>
            <a:ext cx="5457371" cy="3155359"/>
            <a:chOff x="378581" y="2733377"/>
            <a:chExt cx="5457371" cy="3155359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6B3DBF86-41BE-EF87-F0A0-648AA54AD2A7}"/>
                </a:ext>
              </a:extLst>
            </p:cNvPr>
            <p:cNvSpPr txBox="1"/>
            <p:nvPr/>
          </p:nvSpPr>
          <p:spPr>
            <a:xfrm>
              <a:off x="378581" y="3303413"/>
              <a:ext cx="5457371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14400" indent="-914400">
                <a:buFont typeface="+mj-lt"/>
                <a:buAutoNum type="arabicPeriod"/>
              </a:pPr>
              <a:r>
                <a:rPr lang="ja-JP" altLang="en-US" sz="54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学ぶ</a:t>
              </a:r>
              <a:endParaRPr lang="en-US" altLang="ja-JP" sz="54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914400" indent="-914400">
                <a:buFont typeface="+mj-lt"/>
                <a:buAutoNum type="arabicPeriod"/>
              </a:pPr>
              <a:r>
                <a:rPr lang="ja-JP" altLang="en-US" sz="54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行動する</a:t>
              </a:r>
              <a:endParaRPr lang="en-US" altLang="ja-JP" sz="54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914400" indent="-914400">
                <a:buFont typeface="+mj-lt"/>
                <a:buAutoNum type="arabicPeriod"/>
              </a:pPr>
              <a:r>
                <a:rPr lang="ja-JP" altLang="en-US" sz="54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継続する</a:t>
              </a:r>
              <a:endParaRPr lang="en-US" altLang="ja-JP" sz="54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CD55D99D-910A-55B1-A72B-147ABB5784F9}"/>
                </a:ext>
              </a:extLst>
            </p:cNvPr>
            <p:cNvSpPr txBox="1"/>
            <p:nvPr/>
          </p:nvSpPr>
          <p:spPr>
            <a:xfrm>
              <a:off x="378581" y="2733377"/>
              <a:ext cx="48669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8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【</a:t>
              </a:r>
              <a:r>
                <a:rPr kumimoji="1" lang="ja-JP" altLang="en-US" sz="28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評価軸②：</a:t>
              </a:r>
              <a:r>
                <a:rPr kumimoji="1" lang="en-US" altLang="ja-JP" sz="28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ASSIST</a:t>
              </a:r>
              <a:r>
                <a:rPr kumimoji="1" lang="ja-JP" altLang="en-US" sz="28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の</a:t>
              </a:r>
              <a:r>
                <a:rPr kumimoji="1" lang="en-US" altLang="ja-JP" sz="28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3</a:t>
              </a:r>
              <a:r>
                <a:rPr kumimoji="1" lang="ja-JP" altLang="en-US" sz="28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原則</a:t>
              </a:r>
              <a:r>
                <a:rPr kumimoji="1" lang="en-US" altLang="ja-JP" sz="28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】</a:t>
              </a:r>
              <a:endPara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93D24BB3-0CD8-E61B-A9A5-41BAA3EA9101}"/>
              </a:ext>
            </a:extLst>
          </p:cNvPr>
          <p:cNvGrpSpPr/>
          <p:nvPr/>
        </p:nvGrpSpPr>
        <p:grpSpPr>
          <a:xfrm>
            <a:off x="210891" y="1239712"/>
            <a:ext cx="9618133" cy="1339477"/>
            <a:chOff x="210891" y="1239712"/>
            <a:chExt cx="9618133" cy="1339477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66CE568C-D73B-A047-52CD-B90C481310E8}"/>
                </a:ext>
              </a:extLst>
            </p:cNvPr>
            <p:cNvSpPr txBox="1"/>
            <p:nvPr/>
          </p:nvSpPr>
          <p:spPr>
            <a:xfrm>
              <a:off x="210891" y="1809748"/>
              <a:ext cx="961813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4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-</a:t>
              </a:r>
              <a:r>
                <a:rPr lang="ja-JP" altLang="en-US" sz="4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チームプレー、</a:t>
              </a:r>
              <a:r>
                <a:rPr kumimoji="1" lang="ja-JP" altLang="en-US" sz="4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人を大切にする</a:t>
              </a:r>
              <a:r>
                <a:rPr lang="ja-JP" altLang="en-US" sz="4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こと</a:t>
              </a:r>
              <a:r>
                <a:rPr kumimoji="1" lang="en-US" altLang="ja-JP" sz="4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-</a:t>
              </a:r>
              <a:endParaRPr kumimoji="1" lang="ja-JP" altLang="en-US" sz="4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6D03D73E-C1A6-8122-2DAF-3A6EF1F2994A}"/>
                </a:ext>
              </a:extLst>
            </p:cNvPr>
            <p:cNvSpPr txBox="1"/>
            <p:nvPr/>
          </p:nvSpPr>
          <p:spPr>
            <a:xfrm>
              <a:off x="210891" y="1239712"/>
              <a:ext cx="46440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8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【</a:t>
              </a:r>
              <a:r>
                <a:rPr kumimoji="1" lang="ja-JP" altLang="en-US" sz="28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評価軸①：</a:t>
              </a:r>
              <a:r>
                <a:rPr kumimoji="1" lang="en-US" altLang="ja-JP" sz="28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ASSIST</a:t>
              </a:r>
              <a:r>
                <a:rPr kumimoji="1" lang="ja-JP" altLang="en-US" sz="28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の理念</a:t>
              </a:r>
              <a:r>
                <a:rPr kumimoji="1" lang="en-US" altLang="ja-JP" sz="28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】</a:t>
              </a:r>
              <a:endPara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pic>
        <p:nvPicPr>
          <p:cNvPr id="13" name="図 12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1F70404-C1BF-C915-55BB-D3DF1F1D29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25452" r="28038"/>
          <a:stretch>
            <a:fillRect/>
          </a:stretch>
        </p:blipFill>
        <p:spPr>
          <a:xfrm>
            <a:off x="9745296" y="3776133"/>
            <a:ext cx="2347448" cy="299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16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E5CBE-99FF-C6EE-0F95-B4044E79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 descr="雪が降った山&#10;&#10;AI 生成コンテンツは誤りを含む可能性があります。">
            <a:extLst>
              <a:ext uri="{FF2B5EF4-FFF2-40B4-BE49-F238E27FC236}">
                <a16:creationId xmlns:a16="http://schemas.microsoft.com/office/drawing/2014/main" id="{B6F9CD0C-B7AC-C24B-4507-F216DBC0F7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F77953F8-2E4A-8F9C-5C9B-9A0DEA1DCA26}"/>
              </a:ext>
            </a:extLst>
          </p:cNvPr>
          <p:cNvGrpSpPr/>
          <p:nvPr/>
        </p:nvGrpSpPr>
        <p:grpSpPr>
          <a:xfrm>
            <a:off x="672034" y="1179383"/>
            <a:ext cx="7827264" cy="4996893"/>
            <a:chOff x="629701" y="967717"/>
            <a:chExt cx="7827264" cy="4996893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B01E1F7-3C4E-70FE-9017-E5FA38A27898}"/>
                </a:ext>
              </a:extLst>
            </p:cNvPr>
            <p:cNvSpPr txBox="1"/>
            <p:nvPr/>
          </p:nvSpPr>
          <p:spPr>
            <a:xfrm>
              <a:off x="629701" y="967717"/>
              <a:ext cx="7827264" cy="3081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Ø"/>
              </a:pPr>
              <a:r>
                <a:rPr lang="ja-JP" altLang="en-US" sz="2400" b="1" dirty="0">
                  <a:solidFill>
                    <a:srgbClr val="FF4C4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チームプレー、人を大切にすること</a:t>
              </a:r>
              <a:endParaRPr kumimoji="1" lang="en-US" altLang="ja-JP" sz="2400" b="1" dirty="0">
                <a:solidFill>
                  <a:srgbClr val="FF4C4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742950" lvl="1" indent="-285750">
                <a:lnSpc>
                  <a:spcPct val="150000"/>
                </a:lnSpc>
                <a:buFont typeface="Wingdings" pitchFamily="2" charset="2"/>
                <a:buChar char="l"/>
              </a:pPr>
              <a:r>
                <a:rPr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顧客・パートナー先への誠実な対応ができているか</a:t>
              </a:r>
              <a:endPara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742950" lvl="1" indent="-285750">
                <a:lnSpc>
                  <a:spcPct val="150000"/>
                </a:lnSpc>
                <a:buFont typeface="Wingdings" pitchFamily="2" charset="2"/>
                <a:buChar char="l"/>
              </a:pPr>
              <a:r>
                <a:rPr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社内外との信頼関係を構築できているか</a:t>
              </a:r>
              <a:endPara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742950" lvl="1" indent="-285750">
                <a:lnSpc>
                  <a:spcPct val="150000"/>
                </a:lnSpc>
                <a:buFont typeface="Wingdings" pitchFamily="2" charset="2"/>
                <a:buChar char="l"/>
              </a:pPr>
              <a:r>
                <a:rPr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相手の立場を理解したコミュニケーションができているか</a:t>
              </a:r>
              <a:endPara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742950" lvl="1" indent="-285750">
                <a:lnSpc>
                  <a:spcPct val="150000"/>
                </a:lnSpc>
                <a:buFont typeface="Wingdings" pitchFamily="2" charset="2"/>
                <a:buChar char="l"/>
              </a:pPr>
              <a:r>
                <a:rPr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チーム目標を意識した行動ができているか</a:t>
              </a:r>
              <a:endPara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742950" lvl="1" indent="-285750">
                <a:lnSpc>
                  <a:spcPct val="150000"/>
                </a:lnSpc>
                <a:buFont typeface="Wingdings" pitchFamily="2" charset="2"/>
                <a:buChar char="l"/>
              </a:pPr>
              <a:r>
                <a:rPr lang="ja-JP" altLang="en-US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他者を尊重し、協力的な姿勢を持っているか</a:t>
              </a:r>
              <a:endPara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742950" lvl="1" indent="-285750">
                <a:lnSpc>
                  <a:spcPct val="150000"/>
                </a:lnSpc>
                <a:buFont typeface="Wingdings" pitchFamily="2" charset="2"/>
                <a:buChar char="l"/>
              </a:pPr>
              <a:endParaRPr lang="en-US" alt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170A30B3-55CD-3B1D-7515-A127DCCFC29E}"/>
                </a:ext>
              </a:extLst>
            </p:cNvPr>
            <p:cNvSpPr txBox="1"/>
            <p:nvPr/>
          </p:nvSpPr>
          <p:spPr>
            <a:xfrm>
              <a:off x="629701" y="4123272"/>
              <a:ext cx="7827264" cy="1841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Ø"/>
              </a:pPr>
              <a:r>
                <a:rPr lang="en-US" altLang="ja-JP" sz="2400" b="1" dirty="0">
                  <a:solidFill>
                    <a:srgbClr val="FF4C41"/>
                  </a:solidFill>
                </a:rPr>
                <a:t>ASSIST</a:t>
              </a:r>
              <a:r>
                <a:rPr lang="ja-JP" altLang="en-US" sz="2400" b="1" dirty="0">
                  <a:solidFill>
                    <a:srgbClr val="FF4C41"/>
                  </a:solidFill>
                </a:rPr>
                <a:t>の</a:t>
              </a:r>
              <a:r>
                <a:rPr lang="en-US" altLang="ja-JP" sz="2400" b="1" dirty="0">
                  <a:solidFill>
                    <a:srgbClr val="FF4C41"/>
                  </a:solidFill>
                </a:rPr>
                <a:t>3</a:t>
              </a:r>
              <a:r>
                <a:rPr lang="ja-JP" altLang="en-US" sz="2400" b="1" dirty="0">
                  <a:solidFill>
                    <a:srgbClr val="FF4C41"/>
                  </a:solidFill>
                </a:rPr>
                <a:t>原則</a:t>
              </a:r>
              <a:endParaRPr kumimoji="1" lang="en-US" altLang="ja-JP" sz="2400" b="1" dirty="0">
                <a:solidFill>
                  <a:srgbClr val="FF4C41"/>
                </a:solidFill>
              </a:endParaRPr>
            </a:p>
            <a:p>
              <a:pPr marL="742950" lvl="1" indent="-285750">
                <a:lnSpc>
                  <a:spcPct val="150000"/>
                </a:lnSpc>
                <a:buFont typeface="Wingdings" pitchFamily="2" charset="2"/>
                <a:buChar char="l"/>
              </a:pPr>
              <a:r>
                <a:rPr lang="ja-JP" altLang="en-US" b="1" dirty="0"/>
                <a:t>学ぶ｜主体的に学習し、自己成長に活かしているか</a:t>
              </a:r>
              <a:endParaRPr lang="en-US" altLang="ja-JP" b="1" dirty="0"/>
            </a:p>
            <a:p>
              <a:pPr marL="742950" lvl="1" indent="-285750">
                <a:lnSpc>
                  <a:spcPct val="150000"/>
                </a:lnSpc>
                <a:buFont typeface="Wingdings" pitchFamily="2" charset="2"/>
                <a:buChar char="l"/>
              </a:pPr>
              <a:r>
                <a:rPr lang="ja-JP" altLang="en-US" b="1" dirty="0"/>
                <a:t>行動する｜課題を見つけ挑戦しているか</a:t>
              </a:r>
              <a:endParaRPr lang="en-US" altLang="ja-JP" b="1" dirty="0"/>
            </a:p>
            <a:p>
              <a:pPr marL="742950" lvl="1" indent="-285750">
                <a:lnSpc>
                  <a:spcPct val="150000"/>
                </a:lnSpc>
                <a:buFont typeface="Wingdings" pitchFamily="2" charset="2"/>
                <a:buChar char="l"/>
              </a:pPr>
              <a:r>
                <a:rPr lang="ja-JP" altLang="en-US" b="1" dirty="0"/>
                <a:t>継続する｜粘り強くやり切っているか</a:t>
              </a:r>
              <a:endParaRPr lang="en-US" altLang="ja-JP" b="1" dirty="0"/>
            </a:p>
          </p:txBody>
        </p:sp>
      </p:grpSp>
      <p:sp>
        <p:nvSpPr>
          <p:cNvPr id="3" name="タイトル 1">
            <a:extLst>
              <a:ext uri="{FF2B5EF4-FFF2-40B4-BE49-F238E27FC236}">
                <a16:creationId xmlns:a16="http://schemas.microsoft.com/office/drawing/2014/main" id="{3FCF3ACB-E53F-3E25-2CC2-F881236AA5A8}"/>
              </a:ext>
            </a:extLst>
          </p:cNvPr>
          <p:cNvSpPr txBox="1">
            <a:spLocks/>
          </p:cNvSpPr>
          <p:nvPr/>
        </p:nvSpPr>
        <p:spPr>
          <a:xfrm>
            <a:off x="210891" y="0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株式会社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ASSIST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の評価軸 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補足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)-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" name="図 3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D74E98A-D888-DC29-D25F-4BB8266467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25452" r="28038"/>
          <a:stretch>
            <a:fillRect/>
          </a:stretch>
        </p:blipFill>
        <p:spPr>
          <a:xfrm>
            <a:off x="9745296" y="3776133"/>
            <a:ext cx="2347448" cy="299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72434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2319</TotalTime>
  <Words>472</Words>
  <Application>Microsoft Office PowerPoint</Application>
  <PresentationFormat>ワイド画面</PresentationFormat>
  <Paragraphs>67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Meiryo UI</vt:lpstr>
      <vt:lpstr>Arial</vt:lpstr>
      <vt:lpstr>Neue Haas Grotesk Text Pro</vt:lpstr>
      <vt:lpstr>Wingdings</vt:lpstr>
      <vt:lpstr>Dune</vt:lpstr>
      <vt:lpstr>PowerPoint プレゼンテーション</vt:lpstr>
      <vt:lpstr>-セールスプロモーション事業部　評価制度-</vt:lpstr>
      <vt:lpstr>-セールスプロモーション事業部　ASSISTPOINT-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Assist Football</dc:creator>
  <cp:lastModifiedBy>徹 見波</cp:lastModifiedBy>
  <cp:revision>17</cp:revision>
  <dcterms:created xsi:type="dcterms:W3CDTF">2026-02-02T13:26:42Z</dcterms:created>
  <dcterms:modified xsi:type="dcterms:W3CDTF">2026-02-25T10:32:06Z</dcterms:modified>
</cp:coreProperties>
</file>